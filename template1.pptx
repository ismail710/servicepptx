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1891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C7CE7-F284-4408-8999-F178202F8A5B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4D361-9EB5-45AE-8D45-50BF8D4AA4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438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5B71-D297-4A6C-CB0C-B734D928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EA441C0-2CC4-F4D4-581B-5EB51A668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3EC6CB-0BF5-4354-B598-102A425152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4127A-0964-84F3-3D69-B0579839131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668761B-2CE0-4ABD-B7A0-9E248348341B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63215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96D0C-D864-B39E-1EB6-2D5BA568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EFA4D1-A2C4-B329-6ABB-68A2C82BA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360541-D98B-4F09-3490-17FC25BE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E7E8E6-A045-8CCE-FE90-C202E466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98957A-79C3-D1D3-5A7B-2DB3A9A9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19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3DEE6-9A71-1686-BB0C-2D61E87F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9994E8-3811-FE70-C61F-7922F60F6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FF4A1C-A765-FC5E-E1B5-0D3E90D2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2B18A7-B0C6-29DA-35F4-D228B362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042A14-DAAD-10A2-74F7-F32B95B7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44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2E6EB-C61A-5048-FF3A-3244C729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021473-0EC3-A469-71F5-0BDC5546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2461CE-995E-0994-0155-615F9E4A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37C346-B3D9-C70F-28F9-F2DEABBD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04569D-CA33-753E-6816-F8943300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07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BD3B54-5102-F4FC-AD08-B4ABF880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285AF6-0E4C-8B0E-96D7-77224D7D6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BB4F57-68DD-4E24-913D-94E70F7B3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8D0353-9835-0B84-BD02-6D8C356BB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ED5EE3-F2C4-C021-2EB2-FE069865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AB7F9C-E9BA-E7D9-C8CA-58E5BFF6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25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08808-A0E6-815B-E3E0-7293B4E62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84E13D-70C1-3D46-8690-F5ACB932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2A6366-9092-CB07-8506-1C8CF7609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0C5309-73AA-97FE-8261-2F98BCB49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226ABA-6A9A-D4BD-4B6A-303F13C13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5FC5EE-6BC6-DEFE-AE93-246189CC9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A86959-8E68-1167-26E1-E0D00755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7A0C08-20AA-2749-1E7D-FE1244E8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79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0ED81-1F8B-B545-3F91-B54B4123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A87AA-B1AF-BA10-07B4-5DAEED4A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10044D-C5A7-F63F-652C-9D54406E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07AC80-8666-10A2-8AD4-882D9173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31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726CC1-7757-100E-2252-00DF6EC5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DD42C0-CB08-81F0-DA65-4CA71A34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8BC0F0-61DC-8E9D-5A35-FFAE9BBA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021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CE137-CEFE-70DD-4DE0-B160247E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F570A-1C08-971E-AC4D-8675F8CE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694125-E2DD-8FCC-453C-04CAF50E5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31E3A8-D069-1959-CF1A-687BA6E1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5EC9E8-A226-B5BE-1C05-08E8790F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48B8CA-BDF5-7D07-07DF-7DE18EC5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52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F57100-3C84-1933-2E73-F54E07E8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F4ADABA-4A92-AAA4-96A7-09090D232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0EF823-8B93-266C-8703-08B238A7B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EBE4BB-177F-4990-A23F-85023C1C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C5AC47-0EB2-EBDE-86B9-F90A0743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1570DB-0039-6870-9C0D-C033C37A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51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9B0FF-8B20-554D-9CB9-BC460463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C56C71-E08D-2A9B-A494-D1A56C250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C12D90-5473-9DFF-53BA-035CBB22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CBF539-B5E1-F553-CB83-9364A801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703B15-6517-A57A-3D8E-943D7BAD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93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28995E8-1E60-D73C-1360-DFB6AE453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1D1B34-8094-89A3-83B9-37987EF79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0E6F81-D005-A346-04F5-F4F1E8F5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7B53C4-D3FA-7EEF-1344-B992F485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553063-813B-934D-4311-FD6A9252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02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E4E371-380C-996F-E6CB-90881CDE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ABD0A-C229-2690-7FC8-64B2F3A48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225F09-0335-9F16-FAB5-33DEC1F32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03200-B0B9-4AAE-A208-C2CFAFB45C8F}" type="datetimeFigureOut">
              <a:rPr lang="fr-FR" smtClean="0"/>
              <a:t>25/04/2026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E28D5F-4755-1A4E-9C62-158F410B8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7A90A4-8771-41E1-E54D-E88140B67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C40EE-610A-4815-ABD5-2F06F9D992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35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C061-AD0C-771B-A6CE-01100145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4" hidden="1">
            <a:extLst>
              <a:ext uri="{FF2B5EF4-FFF2-40B4-BE49-F238E27FC236}">
                <a16:creationId xmlns:a16="http://schemas.microsoft.com/office/drawing/2014/main" id="{C0F78BD1-5C3C-6CA9-D387-11FCDF051C42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315" imgH="7315" progId="">
                  <p:embed/>
                </p:oleObj>
              </mc:Choice>
              <mc:Fallback>
                <p:oleObj r:id="rId3" imgW="7315" imgH="7315" progId="">
                  <p:embed/>
                  <p:pic>
                    <p:nvPicPr>
                      <p:cNvPr id="2" name="Objet 4" hidden="1">
                        <a:extLst>
                          <a:ext uri="{FF2B5EF4-FFF2-40B4-BE49-F238E27FC236}">
                            <a16:creationId xmlns:a16="http://schemas.microsoft.com/office/drawing/2014/main" id="{C0F78BD1-5C3C-6CA9-D387-11FCDF051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3">
            <a:extLst>
              <a:ext uri="{FF2B5EF4-FFF2-40B4-BE49-F238E27FC236}">
                <a16:creationId xmlns:a16="http://schemas.microsoft.com/office/drawing/2014/main" id="{48BD1921-8344-FA49-7561-72A0A4169429}"/>
              </a:ext>
            </a:extLst>
          </p:cNvPr>
          <p:cNvSpPr/>
          <p:nvPr/>
        </p:nvSpPr>
        <p:spPr>
          <a:xfrm>
            <a:off x="47640" y="2989429"/>
            <a:ext cx="12047375" cy="290568"/>
          </a:xfrm>
          <a:prstGeom prst="rect">
            <a:avLst/>
          </a:prstGeom>
          <a:solidFill>
            <a:srgbClr val="548235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68580" rIns="0" bIns="68580" anchor="ctr" anchorCtr="1" compatLnSpc="1">
            <a:noAutofit/>
          </a:bodyPr>
          <a:lstStyle/>
          <a:p>
            <a:pPr marL="0" marR="0" lvl="0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Key Roadmap Information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0F5E629-6D81-A705-CD6D-9B6D7EE8A116}"/>
              </a:ext>
            </a:extLst>
          </p:cNvPr>
          <p:cNvSpPr/>
          <p:nvPr/>
        </p:nvSpPr>
        <p:spPr>
          <a:xfrm>
            <a:off x="5497793" y="3313072"/>
            <a:ext cx="957870" cy="1094591"/>
          </a:xfrm>
          <a:prstGeom prst="rect">
            <a:avLst/>
          </a:prstGeom>
          <a:solidFill>
            <a:srgbClr val="3B7D23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Key milestones</a:t>
            </a:r>
            <a:endParaRPr lang="en-US" sz="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32C08B2-E98B-31F3-841A-4A3C0FE72A27}"/>
              </a:ext>
            </a:extLst>
          </p:cNvPr>
          <p:cNvSpPr/>
          <p:nvPr/>
        </p:nvSpPr>
        <p:spPr>
          <a:xfrm>
            <a:off x="6519672" y="3313072"/>
            <a:ext cx="5536253" cy="1094591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Compréhension du procédé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Développement des modèles et interfaces de recommandation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Intégration dans les systèmes</a:t>
            </a:r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C404557D-876A-78E4-9643-7F8206011CAF}"/>
              </a:ext>
            </a:extLst>
          </p:cNvPr>
          <p:cNvSpPr/>
          <p:nvPr/>
        </p:nvSpPr>
        <p:spPr>
          <a:xfrm>
            <a:off x="4701488" y="1961333"/>
            <a:ext cx="2198674" cy="431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1" indent="0" algn="l" defTabSz="914400" rtl="0" fontAlgn="b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0" cap="none" spc="0" baseline="0" dirty="0">
              <a:solidFill>
                <a:srgbClr val="5F5F5F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7" name="Rectangle 66">
            <a:extLst>
              <a:ext uri="{FF2B5EF4-FFF2-40B4-BE49-F238E27FC236}">
                <a16:creationId xmlns:a16="http://schemas.microsoft.com/office/drawing/2014/main" id="{C4B3E804-800D-2492-C935-37E6861E8573}"/>
              </a:ext>
            </a:extLst>
          </p:cNvPr>
          <p:cNvSpPr/>
          <p:nvPr/>
        </p:nvSpPr>
        <p:spPr>
          <a:xfrm>
            <a:off x="1531098" y="3742200"/>
            <a:ext cx="719998" cy="323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rmAutofit fontScale="92500" lnSpcReduction="20000"/>
          </a:bodyPr>
          <a:lstStyle/>
          <a:p>
            <a:pPr marL="66678" marR="0" lvl="1" indent="0" algn="l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800" b="0" i="0" u="none">
                <a:solidFill>
                  <a:srgbClr val="5F5F5F"/>
                </a:solidFill>
                <a:latin typeface="Arial"/>
              </a:rPr>
              <a:t>{{Closing_Date}}</a:t>
            </a:r>
          </a:p>
        </p:txBody>
      </p:sp>
      <p:sp>
        <p:nvSpPr>
          <p:cNvPr id="8" name="Rectangle 67">
            <a:extLst>
              <a:ext uri="{FF2B5EF4-FFF2-40B4-BE49-F238E27FC236}">
                <a16:creationId xmlns:a16="http://schemas.microsoft.com/office/drawing/2014/main" id="{835EDB47-8B6B-13D5-05E2-C05D1E40C9DF}"/>
              </a:ext>
            </a:extLst>
          </p:cNvPr>
          <p:cNvSpPr/>
          <p:nvPr/>
        </p:nvSpPr>
        <p:spPr>
          <a:xfrm>
            <a:off x="611678" y="3328626"/>
            <a:ext cx="863998" cy="323999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Starting date</a:t>
            </a:r>
          </a:p>
        </p:txBody>
      </p:sp>
      <p:sp>
        <p:nvSpPr>
          <p:cNvPr id="9" name="Rectangle 68">
            <a:extLst>
              <a:ext uri="{FF2B5EF4-FFF2-40B4-BE49-F238E27FC236}">
                <a16:creationId xmlns:a16="http://schemas.microsoft.com/office/drawing/2014/main" id="{EE932396-D07C-EF27-43AD-48F8B2D1D639}"/>
              </a:ext>
            </a:extLst>
          </p:cNvPr>
          <p:cNvSpPr/>
          <p:nvPr/>
        </p:nvSpPr>
        <p:spPr>
          <a:xfrm>
            <a:off x="1527459" y="3332768"/>
            <a:ext cx="719998" cy="323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rmAutofit fontScale="92500" lnSpcReduction="20000"/>
          </a:bodyPr>
          <a:lstStyle/>
          <a:p>
            <a:pPr marL="66678" marR="0" lvl="1" indent="0" algn="l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800" b="0" i="0" u="none">
                <a:solidFill>
                  <a:srgbClr val="5F5F5F"/>
                </a:solidFill>
                <a:latin typeface="Arial"/>
              </a:rPr>
              <a:t>{{Starting_Date}}</a:t>
            </a:r>
          </a:p>
        </p:txBody>
      </p:sp>
      <p:sp>
        <p:nvSpPr>
          <p:cNvPr id="10" name="Rectangle 69">
            <a:extLst>
              <a:ext uri="{FF2B5EF4-FFF2-40B4-BE49-F238E27FC236}">
                <a16:creationId xmlns:a16="http://schemas.microsoft.com/office/drawing/2014/main" id="{B282B2A0-2CA1-5B53-EF45-4F7FACCECED1}"/>
              </a:ext>
            </a:extLst>
          </p:cNvPr>
          <p:cNvSpPr/>
          <p:nvPr/>
        </p:nvSpPr>
        <p:spPr>
          <a:xfrm>
            <a:off x="55394" y="1208626"/>
            <a:ext cx="1301063" cy="676436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Objective</a:t>
            </a: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E92C9B71-8BF0-FF4A-8EA3-1068CD0B7056}"/>
              </a:ext>
            </a:extLst>
          </p:cNvPr>
          <p:cNvSpPr/>
          <p:nvPr/>
        </p:nvSpPr>
        <p:spPr>
          <a:xfrm>
            <a:off x="1391652" y="1208626"/>
            <a:ext cx="10709306" cy="67643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" name="Rectangle 71">
            <a:extLst>
              <a:ext uri="{FF2B5EF4-FFF2-40B4-BE49-F238E27FC236}">
                <a16:creationId xmlns:a16="http://schemas.microsoft.com/office/drawing/2014/main" id="{0D3AC1B4-2370-AC0D-7A3D-19C5043D59ED}"/>
              </a:ext>
            </a:extLst>
          </p:cNvPr>
          <p:cNvSpPr/>
          <p:nvPr/>
        </p:nvSpPr>
        <p:spPr>
          <a:xfrm>
            <a:off x="3396200" y="1961333"/>
            <a:ext cx="1259997" cy="431999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Strategic Axis</a:t>
            </a:r>
          </a:p>
        </p:txBody>
      </p:sp>
      <p:sp>
        <p:nvSpPr>
          <p:cNvPr id="13" name="Rectangle 80">
            <a:extLst>
              <a:ext uri="{FF2B5EF4-FFF2-40B4-BE49-F238E27FC236}">
                <a16:creationId xmlns:a16="http://schemas.microsoft.com/office/drawing/2014/main" id="{16E18E6C-C510-BE51-2A2C-C1FD0869D2AE}"/>
              </a:ext>
            </a:extLst>
          </p:cNvPr>
          <p:cNvSpPr/>
          <p:nvPr/>
        </p:nvSpPr>
        <p:spPr>
          <a:xfrm>
            <a:off x="43763" y="4154722"/>
            <a:ext cx="503980" cy="1289962"/>
          </a:xfrm>
          <a:prstGeom prst="rect">
            <a:avLst/>
          </a:prstGeom>
          <a:solidFill>
            <a:srgbClr val="ADE29A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68580" rIns="0" bIns="68580" anchor="ctr" anchorCtr="1" compatLnSpc="1">
            <a:noAutofit/>
          </a:bodyPr>
          <a:lstStyle/>
          <a:p>
            <a:pPr marL="0" marR="0" lvl="0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Budget</a:t>
            </a:r>
          </a:p>
        </p:txBody>
      </p:sp>
      <p:sp>
        <p:nvSpPr>
          <p:cNvPr id="14" name="Rectangle 81">
            <a:extLst>
              <a:ext uri="{FF2B5EF4-FFF2-40B4-BE49-F238E27FC236}">
                <a16:creationId xmlns:a16="http://schemas.microsoft.com/office/drawing/2014/main" id="{5A463B9B-224D-0B6B-DE6B-0B0AEF63E043}"/>
              </a:ext>
            </a:extLst>
          </p:cNvPr>
          <p:cNvSpPr/>
          <p:nvPr/>
        </p:nvSpPr>
        <p:spPr>
          <a:xfrm>
            <a:off x="611678" y="4191673"/>
            <a:ext cx="620722" cy="486808"/>
          </a:xfrm>
          <a:prstGeom prst="rect">
            <a:avLst/>
          </a:prstGeom>
          <a:solidFill>
            <a:srgbClr val="E8F8DB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Overview budget</a:t>
            </a:r>
            <a:endParaRPr lang="en-US" sz="800" b="1" i="1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15" name="Rectangle 82">
            <a:extLst>
              <a:ext uri="{FF2B5EF4-FFF2-40B4-BE49-F238E27FC236}">
                <a16:creationId xmlns:a16="http://schemas.microsoft.com/office/drawing/2014/main" id="{8ED563F7-A4F1-D70A-5A6E-7B2795089060}"/>
              </a:ext>
            </a:extLst>
          </p:cNvPr>
          <p:cNvSpPr/>
          <p:nvPr/>
        </p:nvSpPr>
        <p:spPr>
          <a:xfrm>
            <a:off x="1326520" y="4498482"/>
            <a:ext cx="1259997" cy="179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rmAutofit fontScale="40000" lnSpcReduction="20000"/>
          </a:bodyPr>
          <a:lstStyle/>
          <a:p>
            <a:pPr marL="66678" marR="0" lvl="1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0" baseline="0" dirty="0">
                <a:latin typeface="Verdana"/>
              </a:rPr>
              <a:t>{{Budget_Amount}}</a:t>
            </a:r>
          </a:p>
        </p:txBody>
      </p:sp>
      <p:sp>
        <p:nvSpPr>
          <p:cNvPr id="20" name="Rectangle 150">
            <a:extLst>
              <a:ext uri="{FF2B5EF4-FFF2-40B4-BE49-F238E27FC236}">
                <a16:creationId xmlns:a16="http://schemas.microsoft.com/office/drawing/2014/main" id="{3A0EB81C-9B8D-583F-DC2C-46C8AA8C7B75}"/>
              </a:ext>
            </a:extLst>
          </p:cNvPr>
          <p:cNvSpPr/>
          <p:nvPr/>
        </p:nvSpPr>
        <p:spPr>
          <a:xfrm>
            <a:off x="5497793" y="5095585"/>
            <a:ext cx="957870" cy="391756"/>
          </a:xfrm>
          <a:prstGeom prst="rect">
            <a:avLst/>
          </a:prstGeom>
          <a:solidFill>
            <a:srgbClr val="3B7D23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1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Risk &amp; Alert</a:t>
            </a:r>
          </a:p>
        </p:txBody>
      </p:sp>
      <p:sp>
        <p:nvSpPr>
          <p:cNvPr id="21" name="Rectangle 151">
            <a:extLst>
              <a:ext uri="{FF2B5EF4-FFF2-40B4-BE49-F238E27FC236}">
                <a16:creationId xmlns:a16="http://schemas.microsoft.com/office/drawing/2014/main" id="{ECCD2821-8A8B-980C-E20D-1E44FCB7D8A5}"/>
              </a:ext>
            </a:extLst>
          </p:cNvPr>
          <p:cNvSpPr/>
          <p:nvPr/>
        </p:nvSpPr>
        <p:spPr>
          <a:xfrm>
            <a:off x="6519672" y="5113315"/>
            <a:ext cx="5536253" cy="39175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rmAutofit/>
          </a:bodyPr>
          <a:lstStyle/>
          <a:p>
            <a:pPr marL="0" lvl="1" defTabSz="685690">
              <a:buClr>
                <a:srgbClr val="3B7D23"/>
              </a:buClr>
              <a:buSzPct val="100000"/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900" b="0" i="0" u="none">
                <a:solidFill>
                  <a:srgbClr val="5F5F5F"/>
                </a:solidFill>
                <a:latin typeface="Verdana"/>
              </a:rPr>
              <a:t>{{Risk_Alert}}</a:t>
            </a:r>
          </a:p>
        </p:txBody>
      </p:sp>
      <p:sp>
        <p:nvSpPr>
          <p:cNvPr id="22" name="Rectangle 159">
            <a:extLst>
              <a:ext uri="{FF2B5EF4-FFF2-40B4-BE49-F238E27FC236}">
                <a16:creationId xmlns:a16="http://schemas.microsoft.com/office/drawing/2014/main" id="{3F08A15B-27EF-360E-A42E-32BD7AD1F1D4}"/>
              </a:ext>
            </a:extLst>
          </p:cNvPr>
          <p:cNvSpPr/>
          <p:nvPr/>
        </p:nvSpPr>
        <p:spPr>
          <a:xfrm rot="16200004">
            <a:off x="-286148" y="5932238"/>
            <a:ext cx="1196684" cy="471098"/>
          </a:xfrm>
          <a:prstGeom prst="rect">
            <a:avLst/>
          </a:prstGeom>
          <a:solidFill>
            <a:srgbClr val="7F6000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68580" rIns="0" bIns="68580" anchor="ctr" anchorCtr="1" compatLnSpc="1">
            <a:noAutofit/>
          </a:bodyPr>
          <a:lstStyle/>
          <a:p>
            <a:pPr marL="0" marR="0" lvl="0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Progress</a:t>
            </a:r>
          </a:p>
        </p:txBody>
      </p:sp>
      <p:sp>
        <p:nvSpPr>
          <p:cNvPr id="23" name="Rectangle 90">
            <a:extLst>
              <a:ext uri="{FF2B5EF4-FFF2-40B4-BE49-F238E27FC236}">
                <a16:creationId xmlns:a16="http://schemas.microsoft.com/office/drawing/2014/main" id="{A858C818-B030-4222-0DCC-228D3F2318E0}"/>
              </a:ext>
            </a:extLst>
          </p:cNvPr>
          <p:cNvSpPr/>
          <p:nvPr/>
        </p:nvSpPr>
        <p:spPr>
          <a:xfrm>
            <a:off x="2702033" y="4498482"/>
            <a:ext cx="1259997" cy="179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rmAutofit fontScale="40000" lnSpcReduction="20000"/>
          </a:bodyPr>
          <a:lstStyle/>
          <a:p>
            <a:pPr marL="66678" marR="0" lvl="1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0" baseline="0" dirty="0">
                <a:latin typeface="Verdana"/>
              </a:rPr>
              <a:t>{{CAPEX_Commitments}}</a:t>
            </a:r>
          </a:p>
        </p:txBody>
      </p:sp>
      <p:sp>
        <p:nvSpPr>
          <p:cNvPr id="24" name="Rectangle 100">
            <a:extLst>
              <a:ext uri="{FF2B5EF4-FFF2-40B4-BE49-F238E27FC236}">
                <a16:creationId xmlns:a16="http://schemas.microsoft.com/office/drawing/2014/main" id="{EB64B281-3D49-386A-5BB0-E41B45FF5FE6}"/>
              </a:ext>
            </a:extLst>
          </p:cNvPr>
          <p:cNvSpPr/>
          <p:nvPr/>
        </p:nvSpPr>
        <p:spPr>
          <a:xfrm>
            <a:off x="2441795" y="3333070"/>
            <a:ext cx="802413" cy="738588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CAPEX      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OPEX</a:t>
            </a:r>
          </a:p>
        </p:txBody>
      </p:sp>
      <p:sp>
        <p:nvSpPr>
          <p:cNvPr id="25" name="Rectangle 75">
            <a:extLst>
              <a:ext uri="{FF2B5EF4-FFF2-40B4-BE49-F238E27FC236}">
                <a16:creationId xmlns:a16="http://schemas.microsoft.com/office/drawing/2014/main" id="{745B9162-2A1F-6D0A-8690-91D7D0977580}"/>
              </a:ext>
            </a:extLst>
          </p:cNvPr>
          <p:cNvSpPr/>
          <p:nvPr/>
        </p:nvSpPr>
        <p:spPr>
          <a:xfrm>
            <a:off x="7022811" y="1961333"/>
            <a:ext cx="862123" cy="431999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Finality</a:t>
            </a:r>
          </a:p>
        </p:txBody>
      </p:sp>
      <p:sp>
        <p:nvSpPr>
          <p:cNvPr id="26" name="Rectangle 77">
            <a:extLst>
              <a:ext uri="{FF2B5EF4-FFF2-40B4-BE49-F238E27FC236}">
                <a16:creationId xmlns:a16="http://schemas.microsoft.com/office/drawing/2014/main" id="{5D73C1A5-C7A5-133C-C811-028BBA69B880}"/>
              </a:ext>
            </a:extLst>
          </p:cNvPr>
          <p:cNvSpPr/>
          <p:nvPr/>
        </p:nvSpPr>
        <p:spPr>
          <a:xfrm>
            <a:off x="7931935" y="1961333"/>
            <a:ext cx="4165549" cy="431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900" kern="0" dirty="0">
              <a:solidFill>
                <a:srgbClr val="5F5F5F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27" name="Rectangle 73">
            <a:extLst>
              <a:ext uri="{FF2B5EF4-FFF2-40B4-BE49-F238E27FC236}">
                <a16:creationId xmlns:a16="http://schemas.microsoft.com/office/drawing/2014/main" id="{275CAA51-8C91-FB46-7BDF-9802A07775F9}"/>
              </a:ext>
            </a:extLst>
          </p:cNvPr>
          <p:cNvSpPr/>
          <p:nvPr/>
        </p:nvSpPr>
        <p:spPr>
          <a:xfrm>
            <a:off x="54306" y="1961333"/>
            <a:ext cx="1302187" cy="431999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Partners </a:t>
            </a:r>
          </a:p>
        </p:txBody>
      </p:sp>
      <p:sp>
        <p:nvSpPr>
          <p:cNvPr id="28" name="Rectangle 74">
            <a:extLst>
              <a:ext uri="{FF2B5EF4-FFF2-40B4-BE49-F238E27FC236}">
                <a16:creationId xmlns:a16="http://schemas.microsoft.com/office/drawing/2014/main" id="{1CA0E207-6FB0-B460-E17D-9EEACE69747C}"/>
              </a:ext>
            </a:extLst>
          </p:cNvPr>
          <p:cNvSpPr/>
          <p:nvPr/>
        </p:nvSpPr>
        <p:spPr>
          <a:xfrm>
            <a:off x="1391652" y="1961333"/>
            <a:ext cx="1871996" cy="431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171450" marR="0" lvl="2" indent="-171450" algn="l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0" baseline="0" dirty="0">
              <a:solidFill>
                <a:srgbClr val="5F5F5F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29" name="Rectangle 108">
            <a:extLst>
              <a:ext uri="{FF2B5EF4-FFF2-40B4-BE49-F238E27FC236}">
                <a16:creationId xmlns:a16="http://schemas.microsoft.com/office/drawing/2014/main" id="{88122475-60C3-F22C-6A9A-3EEB56BDD88F}"/>
              </a:ext>
            </a:extLst>
          </p:cNvPr>
          <p:cNvSpPr/>
          <p:nvPr/>
        </p:nvSpPr>
        <p:spPr>
          <a:xfrm>
            <a:off x="611678" y="3737326"/>
            <a:ext cx="863998" cy="323999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Closing date</a:t>
            </a:r>
          </a:p>
        </p:txBody>
      </p:sp>
      <p:sp>
        <p:nvSpPr>
          <p:cNvPr id="30" name="Rectangle 109">
            <a:extLst>
              <a:ext uri="{FF2B5EF4-FFF2-40B4-BE49-F238E27FC236}">
                <a16:creationId xmlns:a16="http://schemas.microsoft.com/office/drawing/2014/main" id="{B8D01DD1-DCED-3CEC-F7EA-8F7A3A39DF7D}"/>
              </a:ext>
            </a:extLst>
          </p:cNvPr>
          <p:cNvSpPr/>
          <p:nvPr/>
        </p:nvSpPr>
        <p:spPr>
          <a:xfrm>
            <a:off x="3387495" y="3351111"/>
            <a:ext cx="1950049" cy="738506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Owner</a:t>
            </a:r>
          </a:p>
          <a:p>
            <a:pPr marL="0" marR="0" lvl="0" indent="0" algn="l" defTabSz="914400" rtl="0" font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  <a:p>
            <a:pPr marL="0" marR="0" lvl="0" indent="0" algn="l" defTabSz="914400" rtl="0" font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Co-owner</a:t>
            </a:r>
          </a:p>
          <a:p>
            <a:pPr marL="0" marR="0" lvl="0" indent="0" algn="l" defTabSz="914400" rtl="0" font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  <a:p>
            <a:pPr marL="0" marR="0" lvl="0" indent="0" algn="l" defTabSz="914400" rtl="0" font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Founder</a:t>
            </a:r>
          </a:p>
        </p:txBody>
      </p:sp>
      <p:sp>
        <p:nvSpPr>
          <p:cNvPr id="31" name="Rectangle 110">
            <a:extLst>
              <a:ext uri="{FF2B5EF4-FFF2-40B4-BE49-F238E27FC236}">
                <a16:creationId xmlns:a16="http://schemas.microsoft.com/office/drawing/2014/main" id="{38153B3E-B5B9-65F6-1FD0-64C81B829716}"/>
              </a:ext>
            </a:extLst>
          </p:cNvPr>
          <p:cNvSpPr/>
          <p:nvPr/>
        </p:nvSpPr>
        <p:spPr>
          <a:xfrm>
            <a:off x="5026209" y="3686092"/>
            <a:ext cx="151479" cy="12562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2" name="Rectangle 112">
            <a:extLst>
              <a:ext uri="{FF2B5EF4-FFF2-40B4-BE49-F238E27FC236}">
                <a16:creationId xmlns:a16="http://schemas.microsoft.com/office/drawing/2014/main" id="{D8CBCEC6-EFC3-38BF-87F4-5F5C2E457ECF}"/>
              </a:ext>
            </a:extLst>
          </p:cNvPr>
          <p:cNvSpPr/>
          <p:nvPr/>
        </p:nvSpPr>
        <p:spPr>
          <a:xfrm>
            <a:off x="5026209" y="3432584"/>
            <a:ext cx="151479" cy="12562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3" name="Rectangle 113">
            <a:extLst>
              <a:ext uri="{FF2B5EF4-FFF2-40B4-BE49-F238E27FC236}">
                <a16:creationId xmlns:a16="http://schemas.microsoft.com/office/drawing/2014/main" id="{34210133-8371-886B-B3C4-98E787C77423}"/>
              </a:ext>
            </a:extLst>
          </p:cNvPr>
          <p:cNvSpPr/>
          <p:nvPr/>
        </p:nvSpPr>
        <p:spPr>
          <a:xfrm>
            <a:off x="5027517" y="3911876"/>
            <a:ext cx="151479" cy="12562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4" name="Rectangle 114">
            <a:extLst>
              <a:ext uri="{FF2B5EF4-FFF2-40B4-BE49-F238E27FC236}">
                <a16:creationId xmlns:a16="http://schemas.microsoft.com/office/drawing/2014/main" id="{97514C8F-1F08-885E-1FCF-05005B4DE5CE}"/>
              </a:ext>
            </a:extLst>
          </p:cNvPr>
          <p:cNvSpPr/>
          <p:nvPr/>
        </p:nvSpPr>
        <p:spPr>
          <a:xfrm>
            <a:off x="43763" y="3313072"/>
            <a:ext cx="503980" cy="775978"/>
          </a:xfrm>
          <a:prstGeom prst="rect">
            <a:avLst/>
          </a:prstGeom>
          <a:solidFill>
            <a:srgbClr val="3B7D23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0" tIns="68580" rIns="0" bIns="68580" anchor="ctr" anchorCtr="1" compatLnSpc="1">
            <a:noAutofit/>
          </a:bodyPr>
          <a:lstStyle/>
          <a:p>
            <a:pPr marL="0" marR="0" lvl="0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Details</a:t>
            </a:r>
          </a:p>
        </p:txBody>
      </p:sp>
      <p:sp>
        <p:nvSpPr>
          <p:cNvPr id="35" name="Rectangle 115">
            <a:extLst>
              <a:ext uri="{FF2B5EF4-FFF2-40B4-BE49-F238E27FC236}">
                <a16:creationId xmlns:a16="http://schemas.microsoft.com/office/drawing/2014/main" id="{8818CEC1-6ED5-E24B-5D70-DC0CD985FC42}"/>
              </a:ext>
            </a:extLst>
          </p:cNvPr>
          <p:cNvSpPr/>
          <p:nvPr/>
        </p:nvSpPr>
        <p:spPr>
          <a:xfrm>
            <a:off x="4077547" y="4498482"/>
            <a:ext cx="1259997" cy="179999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rmAutofit fontScale="40000" lnSpcReduction="20000"/>
          </a:bodyPr>
          <a:lstStyle/>
          <a:p>
            <a:pPr marL="66678" marR="0" lvl="1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0" baseline="0" dirty="0">
                <a:latin typeface="Verdana"/>
              </a:rPr>
              <a:t>{{CAPEX_Expenses}}</a:t>
            </a:r>
          </a:p>
        </p:txBody>
      </p:sp>
      <p:sp>
        <p:nvSpPr>
          <p:cNvPr id="36" name="Rectangle 102">
            <a:extLst>
              <a:ext uri="{FF2B5EF4-FFF2-40B4-BE49-F238E27FC236}">
                <a16:creationId xmlns:a16="http://schemas.microsoft.com/office/drawing/2014/main" id="{1A792003-1EA1-FFDD-21E8-0B838881BFA4}"/>
              </a:ext>
            </a:extLst>
          </p:cNvPr>
          <p:cNvSpPr/>
          <p:nvPr/>
        </p:nvSpPr>
        <p:spPr>
          <a:xfrm>
            <a:off x="2702033" y="4191673"/>
            <a:ext cx="1259997" cy="215999"/>
          </a:xfrm>
          <a:prstGeom prst="rect">
            <a:avLst/>
          </a:prstGeom>
          <a:solidFill>
            <a:srgbClr val="E2F0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Commitments to date</a:t>
            </a:r>
            <a:endParaRPr lang="en-US" sz="800" b="1" i="1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37" name="Rectangle 118">
            <a:extLst>
              <a:ext uri="{FF2B5EF4-FFF2-40B4-BE49-F238E27FC236}">
                <a16:creationId xmlns:a16="http://schemas.microsoft.com/office/drawing/2014/main" id="{1A132F64-0372-AC6F-9133-7D429395F32C}"/>
              </a:ext>
            </a:extLst>
          </p:cNvPr>
          <p:cNvSpPr/>
          <p:nvPr/>
        </p:nvSpPr>
        <p:spPr>
          <a:xfrm>
            <a:off x="4077547" y="4191673"/>
            <a:ext cx="1259997" cy="215999"/>
          </a:xfrm>
          <a:prstGeom prst="rect">
            <a:avLst/>
          </a:prstGeom>
          <a:solidFill>
            <a:srgbClr val="E2F0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Expenses</a:t>
            </a:r>
            <a:r>
              <a:rPr lang="en-US" sz="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s to date</a:t>
            </a:r>
          </a:p>
        </p:txBody>
      </p:sp>
      <p:sp>
        <p:nvSpPr>
          <p:cNvPr id="38" name="ZoneTexte 8">
            <a:extLst>
              <a:ext uri="{FF2B5EF4-FFF2-40B4-BE49-F238E27FC236}">
                <a16:creationId xmlns:a16="http://schemas.microsoft.com/office/drawing/2014/main" id="{37C92C63-6008-572D-5CAB-B0CE6ED5C864}"/>
              </a:ext>
            </a:extLst>
          </p:cNvPr>
          <p:cNvSpPr txBox="1"/>
          <p:nvPr/>
        </p:nvSpPr>
        <p:spPr>
          <a:xfrm>
            <a:off x="1472001" y="2506937"/>
            <a:ext cx="863998" cy="215441"/>
          </a:xfrm>
          <a:prstGeom prst="rect">
            <a:avLst/>
          </a:prstGeom>
          <a:solidFill>
            <a:srgbClr val="F2F2F2"/>
          </a:solidFill>
          <a:ln cap="flat">
            <a:noFill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Exploit</a:t>
            </a:r>
          </a:p>
        </p:txBody>
      </p:sp>
      <p:sp>
        <p:nvSpPr>
          <p:cNvPr id="39" name="ZoneTexte 14">
            <a:extLst>
              <a:ext uri="{FF2B5EF4-FFF2-40B4-BE49-F238E27FC236}">
                <a16:creationId xmlns:a16="http://schemas.microsoft.com/office/drawing/2014/main" id="{2DE67F4F-C95A-D3FB-1DC7-8A69200CF127}"/>
              </a:ext>
            </a:extLst>
          </p:cNvPr>
          <p:cNvSpPr txBox="1"/>
          <p:nvPr/>
        </p:nvSpPr>
        <p:spPr>
          <a:xfrm>
            <a:off x="3662181" y="2571237"/>
            <a:ext cx="1019162" cy="21544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000000"/>
                </a:solidFill>
                <a:effectLst>
                  <a:outerShdw dist="19048" dir="2700000">
                    <a:srgbClr val="000000"/>
                  </a:outerShdw>
                </a:effectLst>
                <a:uFillTx/>
                <a:latin typeface="Arial" pitchFamily="34"/>
                <a:cs typeface="Arial" pitchFamily="34"/>
              </a:rPr>
              <a:t>Start  </a:t>
            </a:r>
          </a:p>
        </p:txBody>
      </p:sp>
      <p:sp>
        <p:nvSpPr>
          <p:cNvPr id="40" name="ZoneTexte 16">
            <a:extLst>
              <a:ext uri="{FF2B5EF4-FFF2-40B4-BE49-F238E27FC236}">
                <a16:creationId xmlns:a16="http://schemas.microsoft.com/office/drawing/2014/main" id="{C57BC503-C3A2-74C9-BF65-8A98E080C530}"/>
              </a:ext>
            </a:extLst>
          </p:cNvPr>
          <p:cNvSpPr txBox="1"/>
          <p:nvPr/>
        </p:nvSpPr>
        <p:spPr>
          <a:xfrm>
            <a:off x="6583954" y="2732949"/>
            <a:ext cx="1019162" cy="21544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0" i="0" u="none" strike="noStrike" kern="1200" cap="none" spc="0" baseline="0">
                <a:solidFill>
                  <a:srgbClr val="3B7D23"/>
                </a:solidFill>
                <a:effectLst>
                  <a:outerShdw dist="19048" dir="2700000">
                    <a:srgbClr val="000000"/>
                  </a:outerShdw>
                </a:effectLst>
                <a:uFillTx/>
                <a:latin typeface="Arial" pitchFamily="34"/>
                <a:cs typeface="Arial" pitchFamily="34"/>
              </a:rPr>
              <a:t>Progress</a:t>
            </a:r>
          </a:p>
        </p:txBody>
      </p:sp>
      <p:sp>
        <p:nvSpPr>
          <p:cNvPr id="41" name="ZoneTexte 18">
            <a:extLst>
              <a:ext uri="{FF2B5EF4-FFF2-40B4-BE49-F238E27FC236}">
                <a16:creationId xmlns:a16="http://schemas.microsoft.com/office/drawing/2014/main" id="{D6C5FBA9-371B-F3E2-BDED-28AE9B1DDE78}"/>
              </a:ext>
            </a:extLst>
          </p:cNvPr>
          <p:cNvSpPr txBox="1"/>
          <p:nvPr/>
        </p:nvSpPr>
        <p:spPr>
          <a:xfrm>
            <a:off x="9776097" y="2574182"/>
            <a:ext cx="1019162" cy="21544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000000"/>
                </a:solidFill>
                <a:effectLst>
                  <a:outerShdw dist="19048" dir="2700000">
                    <a:srgbClr val="000000"/>
                  </a:outerShdw>
                </a:effectLst>
                <a:uFillTx/>
                <a:latin typeface="Arial" pitchFamily="34"/>
                <a:cs typeface="Arial" pitchFamily="34"/>
              </a:rPr>
              <a:t>Delivery</a:t>
            </a:r>
          </a:p>
        </p:txBody>
      </p:sp>
      <p:sp>
        <p:nvSpPr>
          <p:cNvPr id="42" name="Rectangle 33">
            <a:extLst>
              <a:ext uri="{FF2B5EF4-FFF2-40B4-BE49-F238E27FC236}">
                <a16:creationId xmlns:a16="http://schemas.microsoft.com/office/drawing/2014/main" id="{B158D4E6-A57F-0AF5-AD4C-A0AA6BD03C8D}"/>
              </a:ext>
            </a:extLst>
          </p:cNvPr>
          <p:cNvSpPr/>
          <p:nvPr/>
        </p:nvSpPr>
        <p:spPr>
          <a:xfrm>
            <a:off x="54854" y="2481654"/>
            <a:ext cx="1302187" cy="408160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Project Positioning </a:t>
            </a:r>
          </a:p>
        </p:txBody>
      </p:sp>
      <p:cxnSp>
        <p:nvCxnSpPr>
          <p:cNvPr id="43" name="Connecteur droit avec flèche 35">
            <a:extLst>
              <a:ext uri="{FF2B5EF4-FFF2-40B4-BE49-F238E27FC236}">
                <a16:creationId xmlns:a16="http://schemas.microsoft.com/office/drawing/2014/main" id="{20BC18E4-3DD4-351F-F021-1A1D0743B842}"/>
              </a:ext>
            </a:extLst>
          </p:cNvPr>
          <p:cNvCxnSpPr/>
          <p:nvPr/>
        </p:nvCxnSpPr>
        <p:spPr>
          <a:xfrm>
            <a:off x="4202152" y="2697479"/>
            <a:ext cx="5573945" cy="14942"/>
          </a:xfrm>
          <a:prstGeom prst="straightConnector1">
            <a:avLst/>
          </a:prstGeom>
          <a:noFill/>
          <a:ln w="57150" cap="flat">
            <a:solidFill>
              <a:srgbClr val="336828"/>
            </a:solidFill>
            <a:prstDash val="solid"/>
            <a:miter/>
            <a:tailEnd type="arrow"/>
          </a:ln>
        </p:spPr>
      </p:cxnSp>
      <p:sp>
        <p:nvSpPr>
          <p:cNvPr id="44" name="ZoneTexte 51">
            <a:extLst>
              <a:ext uri="{FF2B5EF4-FFF2-40B4-BE49-F238E27FC236}">
                <a16:creationId xmlns:a16="http://schemas.microsoft.com/office/drawing/2014/main" id="{B98F2CBD-CB57-8755-7E2C-B66DCC2E3FCF}"/>
              </a:ext>
            </a:extLst>
          </p:cNvPr>
          <p:cNvSpPr txBox="1"/>
          <p:nvPr/>
        </p:nvSpPr>
        <p:spPr>
          <a:xfrm>
            <a:off x="2399650" y="2507211"/>
            <a:ext cx="863998" cy="215441"/>
          </a:xfrm>
          <a:prstGeom prst="rect">
            <a:avLst/>
          </a:prstGeom>
          <a:solidFill>
            <a:srgbClr val="F2F2F2"/>
          </a:solidFill>
          <a:ln cap="flat">
            <a:noFill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Explore</a:t>
            </a:r>
          </a:p>
        </p:txBody>
      </p:sp>
      <p:sp>
        <p:nvSpPr>
          <p:cNvPr id="45" name="Flèche : bas 55">
            <a:extLst>
              <a:ext uri="{FF2B5EF4-FFF2-40B4-BE49-F238E27FC236}">
                <a16:creationId xmlns:a16="http://schemas.microsoft.com/office/drawing/2014/main" id="{B6880AFE-85FB-D804-024D-DC560B4912DC}"/>
              </a:ext>
            </a:extLst>
          </p:cNvPr>
          <p:cNvSpPr/>
          <p:nvPr/>
        </p:nvSpPr>
        <p:spPr>
          <a:xfrm>
            <a:off x="9444187" y="2502958"/>
            <a:ext cx="143076" cy="161446"/>
          </a:xfrm>
          <a:custGeom>
            <a:avLst>
              <a:gd name="f0" fmla="val 12029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7F6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6" name="Organigramme : Connecteur 57">
            <a:extLst>
              <a:ext uri="{FF2B5EF4-FFF2-40B4-BE49-F238E27FC236}">
                <a16:creationId xmlns:a16="http://schemas.microsoft.com/office/drawing/2014/main" id="{DA23C849-F7EA-F538-2DF2-59571BAC4894}"/>
              </a:ext>
            </a:extLst>
          </p:cNvPr>
          <p:cNvSpPr/>
          <p:nvPr/>
        </p:nvSpPr>
        <p:spPr>
          <a:xfrm>
            <a:off x="4041968" y="2583500"/>
            <a:ext cx="187031" cy="1736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36828"/>
          </a:solidFill>
          <a:ln w="12701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7" name="Rectangle 59">
            <a:extLst>
              <a:ext uri="{FF2B5EF4-FFF2-40B4-BE49-F238E27FC236}">
                <a16:creationId xmlns:a16="http://schemas.microsoft.com/office/drawing/2014/main" id="{F2FDCF2F-0C63-D46E-4D45-57C2B0CFBF6E}"/>
              </a:ext>
            </a:extLst>
          </p:cNvPr>
          <p:cNvSpPr/>
          <p:nvPr/>
        </p:nvSpPr>
        <p:spPr>
          <a:xfrm>
            <a:off x="5497793" y="4484519"/>
            <a:ext cx="957870" cy="537118"/>
          </a:xfrm>
          <a:prstGeom prst="rect">
            <a:avLst/>
          </a:prstGeom>
          <a:solidFill>
            <a:srgbClr val="3B7D23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Delivrables</a:t>
            </a:r>
            <a:endParaRPr lang="en-US" sz="800" b="1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48" name="Rectangle 60">
            <a:extLst>
              <a:ext uri="{FF2B5EF4-FFF2-40B4-BE49-F238E27FC236}">
                <a16:creationId xmlns:a16="http://schemas.microsoft.com/office/drawing/2014/main" id="{8816693D-C5C8-152E-571C-DE6CFE0D3E6F}"/>
              </a:ext>
            </a:extLst>
          </p:cNvPr>
          <p:cNvSpPr/>
          <p:nvPr/>
        </p:nvSpPr>
        <p:spPr>
          <a:xfrm>
            <a:off x="6519672" y="4498482"/>
            <a:ext cx="5536253" cy="540684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0" compatLnSpc="1">
            <a:normAutofit/>
          </a:bodyPr>
          <a:lstStyle/>
          <a:p>
            <a:pPr>
              <a:buNone/>
            </a:pPr>
            <a:r>
              <a:rPr b="0" i="0" u="none"/>
              <a:t>{{Deliverables_List}}</a:t>
            </a:r>
          </a:p>
        </p:txBody>
      </p:sp>
      <p:sp>
        <p:nvSpPr>
          <p:cNvPr id="50" name="Rectangle 1">
            <a:extLst>
              <a:ext uri="{FF2B5EF4-FFF2-40B4-BE49-F238E27FC236}">
                <a16:creationId xmlns:a16="http://schemas.microsoft.com/office/drawing/2014/main" id="{8C3C1F39-16DD-8FE9-8375-72C1271EBAA2}"/>
              </a:ext>
            </a:extLst>
          </p:cNvPr>
          <p:cNvSpPr/>
          <p:nvPr/>
        </p:nvSpPr>
        <p:spPr>
          <a:xfrm>
            <a:off x="1326520" y="4191673"/>
            <a:ext cx="1259997" cy="215999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Planned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A3FB029C-6EA5-E502-01B5-F7926683B9E2}"/>
              </a:ext>
            </a:extLst>
          </p:cNvPr>
          <p:cNvSpPr/>
          <p:nvPr/>
        </p:nvSpPr>
        <p:spPr>
          <a:xfrm>
            <a:off x="611678" y="4832695"/>
            <a:ext cx="650056" cy="611998"/>
          </a:xfrm>
          <a:prstGeom prst="rect">
            <a:avLst/>
          </a:prstGeom>
          <a:solidFill>
            <a:srgbClr val="E8F8DB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Situation 2026</a:t>
            </a:r>
          </a:p>
        </p:txBody>
      </p:sp>
      <p:sp>
        <p:nvSpPr>
          <p:cNvPr id="52" name="Rectangle 7">
            <a:extLst>
              <a:ext uri="{FF2B5EF4-FFF2-40B4-BE49-F238E27FC236}">
                <a16:creationId xmlns:a16="http://schemas.microsoft.com/office/drawing/2014/main" id="{2878B2CD-D40D-DA71-1BED-916E27A60327}"/>
              </a:ext>
            </a:extLst>
          </p:cNvPr>
          <p:cNvSpPr/>
          <p:nvPr/>
        </p:nvSpPr>
        <p:spPr>
          <a:xfrm>
            <a:off x="1326520" y="4845533"/>
            <a:ext cx="1763996" cy="274466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Commitments</a:t>
            </a:r>
            <a:r>
              <a:rPr lang="fr-FR" sz="800" b="1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 </a:t>
            </a:r>
            <a:r>
              <a:rPr lang="en-US" sz="800" b="1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 2026</a:t>
            </a:r>
          </a:p>
        </p:txBody>
      </p:sp>
      <p:sp>
        <p:nvSpPr>
          <p:cNvPr id="53" name="Rectangle 9">
            <a:extLst>
              <a:ext uri="{FF2B5EF4-FFF2-40B4-BE49-F238E27FC236}">
                <a16:creationId xmlns:a16="http://schemas.microsoft.com/office/drawing/2014/main" id="{423DC02D-6631-E0A5-7D87-4A48BD0FC704}"/>
              </a:ext>
            </a:extLst>
          </p:cNvPr>
          <p:cNvSpPr/>
          <p:nvPr/>
        </p:nvSpPr>
        <p:spPr>
          <a:xfrm>
            <a:off x="3240340" y="4845533"/>
            <a:ext cx="2104235" cy="274466"/>
          </a:xfrm>
          <a:prstGeom prst="rect">
            <a:avLst/>
          </a:prstGeom>
          <a:solidFill>
            <a:srgbClr val="D9D9D9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00" b="1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Expenses</a:t>
            </a:r>
            <a:r>
              <a:rPr lang="en-US" sz="800" b="1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s 2026</a:t>
            </a:r>
          </a:p>
        </p:txBody>
      </p:sp>
      <p:sp>
        <p:nvSpPr>
          <p:cNvPr id="54" name="Rectangle 10">
            <a:extLst>
              <a:ext uri="{FF2B5EF4-FFF2-40B4-BE49-F238E27FC236}">
                <a16:creationId xmlns:a16="http://schemas.microsoft.com/office/drawing/2014/main" id="{D2190167-0644-2F5E-A483-8D0588D40FDA}"/>
              </a:ext>
            </a:extLst>
          </p:cNvPr>
          <p:cNvSpPr/>
          <p:nvPr/>
        </p:nvSpPr>
        <p:spPr>
          <a:xfrm>
            <a:off x="1326520" y="5191707"/>
            <a:ext cx="1207264" cy="257906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rmAutofit fontScale="77500" lnSpcReduction="20000"/>
          </a:bodyPr>
          <a:lstStyle/>
          <a:p>
            <a:pPr marL="66678" marR="0" lvl="1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0" baseline="0" dirty="0">
                <a:latin typeface="Verdana"/>
              </a:rPr>
              <a:t>{{OPEX_Commitments}}</a:t>
            </a:r>
          </a:p>
        </p:txBody>
      </p:sp>
      <p:sp>
        <p:nvSpPr>
          <p:cNvPr id="55" name="Rectangle 11">
            <a:extLst>
              <a:ext uri="{FF2B5EF4-FFF2-40B4-BE49-F238E27FC236}">
                <a16:creationId xmlns:a16="http://schemas.microsoft.com/office/drawing/2014/main" id="{C2BD4306-799F-5C15-C5FF-A56BD83723AA}"/>
              </a:ext>
            </a:extLst>
          </p:cNvPr>
          <p:cNvSpPr/>
          <p:nvPr/>
        </p:nvSpPr>
        <p:spPr>
          <a:xfrm>
            <a:off x="2588986" y="5181072"/>
            <a:ext cx="503998" cy="26854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66678" marR="0" lvl="1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0" baseline="0" dirty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56" name="Rectangle 12">
            <a:extLst>
              <a:ext uri="{FF2B5EF4-FFF2-40B4-BE49-F238E27FC236}">
                <a16:creationId xmlns:a16="http://schemas.microsoft.com/office/drawing/2014/main" id="{803958AE-B409-036B-AA0F-32AE1EC56411}"/>
              </a:ext>
            </a:extLst>
          </p:cNvPr>
          <p:cNvSpPr/>
          <p:nvPr/>
        </p:nvSpPr>
        <p:spPr>
          <a:xfrm>
            <a:off x="3233528" y="5202369"/>
            <a:ext cx="1473070" cy="247235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rmAutofit lnSpcReduction="10000"/>
          </a:bodyPr>
          <a:lstStyle/>
          <a:p>
            <a:pPr marL="66678" lvl="1" algn="ctr" defTabSz="68569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0" baseline="0" dirty="0">
                <a:latin typeface="Arial"/>
              </a:rPr>
              <a:t>{{OPEX_Expenses}}</a:t>
            </a:r>
          </a:p>
        </p:txBody>
      </p:sp>
      <p:sp>
        <p:nvSpPr>
          <p:cNvPr id="57" name="Rectangle 20">
            <a:extLst>
              <a:ext uri="{FF2B5EF4-FFF2-40B4-BE49-F238E27FC236}">
                <a16:creationId xmlns:a16="http://schemas.microsoft.com/office/drawing/2014/main" id="{DFE54B39-DA9B-8593-BFBA-10C9DFA47CB2}"/>
              </a:ext>
            </a:extLst>
          </p:cNvPr>
          <p:cNvSpPr/>
          <p:nvPr/>
        </p:nvSpPr>
        <p:spPr>
          <a:xfrm>
            <a:off x="4768166" y="5195245"/>
            <a:ext cx="575998" cy="254367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BFBFBF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68580" tIns="68580" rIns="68580" bIns="68580" anchor="ctr" anchorCtr="1" compatLnSpc="1">
            <a:noAutofit/>
          </a:bodyPr>
          <a:lstStyle/>
          <a:p>
            <a:pPr marL="66678" marR="0" lvl="1" indent="0" algn="ctr" defTabSz="68569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0" baseline="0" dirty="0">
              <a:solidFill>
                <a:srgbClr val="000000"/>
              </a:solidFill>
              <a:uFillTx/>
              <a:latin typeface="Arial" pitchFamily="34"/>
              <a:ea typeface="Verdana" pitchFamily="34"/>
              <a:cs typeface="Arial" pitchFamily="34"/>
            </a:endParaRPr>
          </a:p>
        </p:txBody>
      </p:sp>
      <p:sp>
        <p:nvSpPr>
          <p:cNvPr id="58" name="Multiplication 120">
            <a:extLst>
              <a:ext uri="{FF2B5EF4-FFF2-40B4-BE49-F238E27FC236}">
                <a16:creationId xmlns:a16="http://schemas.microsoft.com/office/drawing/2014/main" id="{119DF8CF-3F23-0062-8495-A1F4781F09FD}"/>
              </a:ext>
            </a:extLst>
          </p:cNvPr>
          <p:cNvSpPr/>
          <p:nvPr/>
        </p:nvSpPr>
        <p:spPr>
          <a:xfrm>
            <a:off x="2748064" y="2745860"/>
            <a:ext cx="135157" cy="192115"/>
          </a:xfrm>
          <a:custGeom>
            <a:avLst>
              <a:gd name="f10" fmla="val 2352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*/ 0 0 1"/>
              <a:gd name="f10" fmla="val 23520"/>
              <a:gd name="f11" fmla="+- 0 0 -270"/>
              <a:gd name="f12" fmla="+- 0 0 -36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val f7"/>
              <a:gd name="f19" fmla="val f10"/>
              <a:gd name="f20" fmla="*/ f11 f1 1"/>
              <a:gd name="f21" fmla="*/ f12 f1 1"/>
              <a:gd name="f22" fmla="*/ f13 f1 1"/>
              <a:gd name="f23" fmla="*/ f14 f1 1"/>
              <a:gd name="f24" fmla="?: f15 f4 1"/>
              <a:gd name="f25" fmla="?: f16 f5 1"/>
              <a:gd name="f26" fmla="?: f17 f6 1"/>
              <a:gd name="f27" fmla="*/ f20 1 f3"/>
              <a:gd name="f28" fmla="*/ f21 1 f3"/>
              <a:gd name="f29" fmla="*/ f22 1 f3"/>
              <a:gd name="f30" fmla="*/ f23 1 f3"/>
              <a:gd name="f31" fmla="*/ f24 1 21600"/>
              <a:gd name="f32" fmla="*/ f25 1 21600"/>
              <a:gd name="f33" fmla="*/ 21600 f24 1"/>
              <a:gd name="f34" fmla="*/ 21600 f25 1"/>
              <a:gd name="f35" fmla="+- f27 0 f2"/>
              <a:gd name="f36" fmla="+- f28 0 f2"/>
              <a:gd name="f37" fmla="+- f29 0 f2"/>
              <a:gd name="f38" fmla="+- f30 0 f2"/>
              <a:gd name="f39" fmla="min f32 f31"/>
              <a:gd name="f40" fmla="*/ f33 1 f26"/>
              <a:gd name="f41" fmla="*/ f34 1 f26"/>
              <a:gd name="f42" fmla="val f40"/>
              <a:gd name="f43" fmla="val f41"/>
              <a:gd name="f44" fmla="+- f43 0 f18"/>
              <a:gd name="f45" fmla="+- f42 0 f18"/>
              <a:gd name="f46" fmla="*/ f44 1 2"/>
              <a:gd name="f47" fmla="*/ f45 1 2"/>
              <a:gd name="f48" fmla="min f45 f44"/>
              <a:gd name="f49" fmla="+- 0 0 f45"/>
              <a:gd name="f50" fmla="+- 0 0 f44"/>
              <a:gd name="f51" fmla="*/ f45 f45 1"/>
              <a:gd name="f52" fmla="*/ f44 f44 1"/>
              <a:gd name="f53" fmla="+- f18 f46 0"/>
              <a:gd name="f54" fmla="+- f18 f47 0"/>
              <a:gd name="f55" fmla="*/ f48 f19 1"/>
              <a:gd name="f56" fmla="+- 0 0 f49"/>
              <a:gd name="f57" fmla="+- 0 0 f50"/>
              <a:gd name="f58" fmla="+- f51 f52 0"/>
              <a:gd name="f59" fmla="*/ f55 1 100000"/>
              <a:gd name="f60" fmla="at2 f56 f57"/>
              <a:gd name="f61" fmla="+- f58 f9 0"/>
              <a:gd name="f62" fmla="*/ f54 f39 1"/>
              <a:gd name="f63" fmla="*/ f53 f39 1"/>
              <a:gd name="f64" fmla="+- f60 f2 0"/>
              <a:gd name="f65" fmla="sqrt f61"/>
              <a:gd name="f66" fmla="*/ f64 f8 1"/>
              <a:gd name="f67" fmla="*/ f65 51965 1"/>
              <a:gd name="f68" fmla="*/ f66 1 f1"/>
              <a:gd name="f69" fmla="*/ f67 1 100000"/>
              <a:gd name="f70" fmla="+- 0 0 f68"/>
              <a:gd name="f71" fmla="+- f65 0 f69"/>
              <a:gd name="f72" fmla="val f70"/>
              <a:gd name="f73" fmla="+- 0 0 f72"/>
              <a:gd name="f74" fmla="*/ f73 f1 1"/>
              <a:gd name="f75" fmla="*/ f74 1 f8"/>
              <a:gd name="f76" fmla="+- f75 0 f2"/>
              <a:gd name="f77" fmla="+- f76 f2 0"/>
              <a:gd name="f78" fmla="*/ f77 f8 1"/>
              <a:gd name="f79" fmla="*/ f78 1 f1"/>
              <a:gd name="f80" fmla="+- 0 0 f79"/>
              <a:gd name="f81" fmla="+- 0 0 f80"/>
              <a:gd name="f82" fmla="*/ f81 f1 1"/>
              <a:gd name="f83" fmla="*/ f82 1 f8"/>
              <a:gd name="f84" fmla="+- f83 0 f2"/>
              <a:gd name="f85" fmla="sin 1 f84"/>
              <a:gd name="f86" fmla="cos 1 f84"/>
              <a:gd name="f87" fmla="tan 1 f84"/>
              <a:gd name="f88" fmla="+- 0 0 f85"/>
              <a:gd name="f89" fmla="+- 0 0 f86"/>
              <a:gd name="f90" fmla="*/ 1 1 f87"/>
              <a:gd name="f91" fmla="+- 0 0 f88"/>
              <a:gd name="f92" fmla="+- 0 0 f89"/>
              <a:gd name="f93" fmla="*/ 1 1 f90"/>
              <a:gd name="f94" fmla="val f91"/>
              <a:gd name="f95" fmla="val f92"/>
              <a:gd name="f96" fmla="*/ f95 f71 1"/>
              <a:gd name="f97" fmla="*/ f94 f71 1"/>
              <a:gd name="f98" fmla="*/ f94 f59 1"/>
              <a:gd name="f99" fmla="*/ f95 f59 1"/>
              <a:gd name="f100" fmla="*/ f96 1 2"/>
              <a:gd name="f101" fmla="*/ f97 1 2"/>
              <a:gd name="f102" fmla="*/ f98 1 2"/>
              <a:gd name="f103" fmla="*/ f99 1 2"/>
              <a:gd name="f104" fmla="+- f100 0 f102"/>
              <a:gd name="f105" fmla="+- f101 f103 0"/>
              <a:gd name="f106" fmla="+- f100 f102 0"/>
              <a:gd name="f107" fmla="+- f101 0 f103"/>
              <a:gd name="f108" fmla="+- f42 0 f100"/>
              <a:gd name="f109" fmla="+- f43 0 f101"/>
              <a:gd name="f110" fmla="*/ f100 f39 1"/>
              <a:gd name="f111" fmla="*/ f101 f39 1"/>
              <a:gd name="f112" fmla="+- f54 0 f106"/>
              <a:gd name="f113" fmla="+- f42 0 f106"/>
              <a:gd name="f114" fmla="+- f42 0 f104"/>
              <a:gd name="f115" fmla="+- f53 0 f105"/>
              <a:gd name="f116" fmla="+- f43 0 f105"/>
              <a:gd name="f117" fmla="+- f43 0 f107"/>
              <a:gd name="f118" fmla="*/ f104 f39 1"/>
              <a:gd name="f119" fmla="*/ f107 f39 1"/>
              <a:gd name="f120" fmla="*/ f105 f39 1"/>
              <a:gd name="f121" fmla="*/ f106 f39 1"/>
              <a:gd name="f122" fmla="*/ f108 f39 1"/>
              <a:gd name="f123" fmla="*/ f109 f39 1"/>
              <a:gd name="f124" fmla="*/ f112 f93 1"/>
              <a:gd name="f125" fmla="*/ f115 1 f93"/>
              <a:gd name="f126" fmla="*/ f114 f39 1"/>
              <a:gd name="f127" fmla="*/ f117 f39 1"/>
              <a:gd name="f128" fmla="*/ f113 f39 1"/>
              <a:gd name="f129" fmla="*/ f116 f39 1"/>
              <a:gd name="f130" fmla="+- f124 f107 0"/>
              <a:gd name="f131" fmla="+- f114 0 f125"/>
              <a:gd name="f132" fmla="+- f104 f125 0"/>
              <a:gd name="f133" fmla="+- f43 0 f130"/>
              <a:gd name="f134" fmla="*/ f130 f39 1"/>
              <a:gd name="f135" fmla="*/ f131 f39 1"/>
              <a:gd name="f136" fmla="*/ f132 f39 1"/>
              <a:gd name="f137" fmla="*/ f133 f3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110" y="f111"/>
              </a:cxn>
              <a:cxn ang="f36">
                <a:pos x="f122" y="f111"/>
              </a:cxn>
              <a:cxn ang="f37">
                <a:pos x="f122" y="f123"/>
              </a:cxn>
              <a:cxn ang="f38">
                <a:pos x="f110" y="f123"/>
              </a:cxn>
            </a:cxnLst>
            <a:rect l="f118" t="f119" r="f126" b="f127"/>
            <a:pathLst>
              <a:path>
                <a:moveTo>
                  <a:pt x="f118" y="f120"/>
                </a:moveTo>
                <a:lnTo>
                  <a:pt x="f121" y="f119"/>
                </a:lnTo>
                <a:lnTo>
                  <a:pt x="f62" y="f134"/>
                </a:lnTo>
                <a:lnTo>
                  <a:pt x="f128" y="f119"/>
                </a:lnTo>
                <a:lnTo>
                  <a:pt x="f126" y="f120"/>
                </a:lnTo>
                <a:lnTo>
                  <a:pt x="f135" y="f63"/>
                </a:lnTo>
                <a:lnTo>
                  <a:pt x="f126" y="f129"/>
                </a:lnTo>
                <a:lnTo>
                  <a:pt x="f128" y="f127"/>
                </a:lnTo>
                <a:lnTo>
                  <a:pt x="f62" y="f137"/>
                </a:lnTo>
                <a:lnTo>
                  <a:pt x="f121" y="f127"/>
                </a:lnTo>
                <a:lnTo>
                  <a:pt x="f118" y="f129"/>
                </a:lnTo>
                <a:lnTo>
                  <a:pt x="f136" y="f63"/>
                </a:lnTo>
                <a:close/>
              </a:path>
            </a:pathLst>
          </a:custGeom>
          <a:solidFill>
            <a:srgbClr val="7F6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9" name="Rectangle 152">
            <a:extLst>
              <a:ext uri="{FF2B5EF4-FFF2-40B4-BE49-F238E27FC236}">
                <a16:creationId xmlns:a16="http://schemas.microsoft.com/office/drawing/2014/main" id="{4D00DDD7-966A-BC08-A90C-7077B9800DD4}"/>
              </a:ext>
            </a:extLst>
          </p:cNvPr>
          <p:cNvSpPr/>
          <p:nvPr/>
        </p:nvSpPr>
        <p:spPr>
          <a:xfrm>
            <a:off x="3001664" y="3849852"/>
            <a:ext cx="151479" cy="12562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0" name="Rectangle 153">
            <a:extLst>
              <a:ext uri="{FF2B5EF4-FFF2-40B4-BE49-F238E27FC236}">
                <a16:creationId xmlns:a16="http://schemas.microsoft.com/office/drawing/2014/main" id="{A7BF6ED2-A21B-8748-8859-EB7493B4D31B}"/>
              </a:ext>
            </a:extLst>
          </p:cNvPr>
          <p:cNvSpPr/>
          <p:nvPr/>
        </p:nvSpPr>
        <p:spPr>
          <a:xfrm>
            <a:off x="3016843" y="3469133"/>
            <a:ext cx="151479" cy="12562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1" name="Multiplication 155">
            <a:extLst>
              <a:ext uri="{FF2B5EF4-FFF2-40B4-BE49-F238E27FC236}">
                <a16:creationId xmlns:a16="http://schemas.microsoft.com/office/drawing/2014/main" id="{4F2F17D2-AA98-1BD8-3249-1E924A59B39B}"/>
              </a:ext>
            </a:extLst>
          </p:cNvPr>
          <p:cNvSpPr/>
          <p:nvPr/>
        </p:nvSpPr>
        <p:spPr>
          <a:xfrm>
            <a:off x="3017081" y="3831143"/>
            <a:ext cx="135157" cy="192115"/>
          </a:xfrm>
          <a:custGeom>
            <a:avLst>
              <a:gd name="f10" fmla="val 2352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*/ 0 0 1"/>
              <a:gd name="f10" fmla="val 23520"/>
              <a:gd name="f11" fmla="+- 0 0 -270"/>
              <a:gd name="f12" fmla="+- 0 0 -36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val f7"/>
              <a:gd name="f19" fmla="val f10"/>
              <a:gd name="f20" fmla="*/ f11 f1 1"/>
              <a:gd name="f21" fmla="*/ f12 f1 1"/>
              <a:gd name="f22" fmla="*/ f13 f1 1"/>
              <a:gd name="f23" fmla="*/ f14 f1 1"/>
              <a:gd name="f24" fmla="?: f15 f4 1"/>
              <a:gd name="f25" fmla="?: f16 f5 1"/>
              <a:gd name="f26" fmla="?: f17 f6 1"/>
              <a:gd name="f27" fmla="*/ f20 1 f3"/>
              <a:gd name="f28" fmla="*/ f21 1 f3"/>
              <a:gd name="f29" fmla="*/ f22 1 f3"/>
              <a:gd name="f30" fmla="*/ f23 1 f3"/>
              <a:gd name="f31" fmla="*/ f24 1 21600"/>
              <a:gd name="f32" fmla="*/ f25 1 21600"/>
              <a:gd name="f33" fmla="*/ 21600 f24 1"/>
              <a:gd name="f34" fmla="*/ 21600 f25 1"/>
              <a:gd name="f35" fmla="+- f27 0 f2"/>
              <a:gd name="f36" fmla="+- f28 0 f2"/>
              <a:gd name="f37" fmla="+- f29 0 f2"/>
              <a:gd name="f38" fmla="+- f30 0 f2"/>
              <a:gd name="f39" fmla="min f32 f31"/>
              <a:gd name="f40" fmla="*/ f33 1 f26"/>
              <a:gd name="f41" fmla="*/ f34 1 f26"/>
              <a:gd name="f42" fmla="val f40"/>
              <a:gd name="f43" fmla="val f41"/>
              <a:gd name="f44" fmla="+- f43 0 f18"/>
              <a:gd name="f45" fmla="+- f42 0 f18"/>
              <a:gd name="f46" fmla="*/ f44 1 2"/>
              <a:gd name="f47" fmla="*/ f45 1 2"/>
              <a:gd name="f48" fmla="min f45 f44"/>
              <a:gd name="f49" fmla="+- 0 0 f45"/>
              <a:gd name="f50" fmla="+- 0 0 f44"/>
              <a:gd name="f51" fmla="*/ f45 f45 1"/>
              <a:gd name="f52" fmla="*/ f44 f44 1"/>
              <a:gd name="f53" fmla="+- f18 f46 0"/>
              <a:gd name="f54" fmla="+- f18 f47 0"/>
              <a:gd name="f55" fmla="*/ f48 f19 1"/>
              <a:gd name="f56" fmla="+- 0 0 f49"/>
              <a:gd name="f57" fmla="+- 0 0 f50"/>
              <a:gd name="f58" fmla="+- f51 f52 0"/>
              <a:gd name="f59" fmla="*/ f55 1 100000"/>
              <a:gd name="f60" fmla="at2 f56 f57"/>
              <a:gd name="f61" fmla="+- f58 f9 0"/>
              <a:gd name="f62" fmla="*/ f54 f39 1"/>
              <a:gd name="f63" fmla="*/ f53 f39 1"/>
              <a:gd name="f64" fmla="+- f60 f2 0"/>
              <a:gd name="f65" fmla="sqrt f61"/>
              <a:gd name="f66" fmla="*/ f64 f8 1"/>
              <a:gd name="f67" fmla="*/ f65 51965 1"/>
              <a:gd name="f68" fmla="*/ f66 1 f1"/>
              <a:gd name="f69" fmla="*/ f67 1 100000"/>
              <a:gd name="f70" fmla="+- 0 0 f68"/>
              <a:gd name="f71" fmla="+- f65 0 f69"/>
              <a:gd name="f72" fmla="val f70"/>
              <a:gd name="f73" fmla="+- 0 0 f72"/>
              <a:gd name="f74" fmla="*/ f73 f1 1"/>
              <a:gd name="f75" fmla="*/ f74 1 f8"/>
              <a:gd name="f76" fmla="+- f75 0 f2"/>
              <a:gd name="f77" fmla="+- f76 f2 0"/>
              <a:gd name="f78" fmla="*/ f77 f8 1"/>
              <a:gd name="f79" fmla="*/ f78 1 f1"/>
              <a:gd name="f80" fmla="+- 0 0 f79"/>
              <a:gd name="f81" fmla="+- 0 0 f80"/>
              <a:gd name="f82" fmla="*/ f81 f1 1"/>
              <a:gd name="f83" fmla="*/ f82 1 f8"/>
              <a:gd name="f84" fmla="+- f83 0 f2"/>
              <a:gd name="f85" fmla="sin 1 f84"/>
              <a:gd name="f86" fmla="cos 1 f84"/>
              <a:gd name="f87" fmla="tan 1 f84"/>
              <a:gd name="f88" fmla="+- 0 0 f85"/>
              <a:gd name="f89" fmla="+- 0 0 f86"/>
              <a:gd name="f90" fmla="*/ 1 1 f87"/>
              <a:gd name="f91" fmla="+- 0 0 f88"/>
              <a:gd name="f92" fmla="+- 0 0 f89"/>
              <a:gd name="f93" fmla="*/ 1 1 f90"/>
              <a:gd name="f94" fmla="val f91"/>
              <a:gd name="f95" fmla="val f92"/>
              <a:gd name="f96" fmla="*/ f95 f71 1"/>
              <a:gd name="f97" fmla="*/ f94 f71 1"/>
              <a:gd name="f98" fmla="*/ f94 f59 1"/>
              <a:gd name="f99" fmla="*/ f95 f59 1"/>
              <a:gd name="f100" fmla="*/ f96 1 2"/>
              <a:gd name="f101" fmla="*/ f97 1 2"/>
              <a:gd name="f102" fmla="*/ f98 1 2"/>
              <a:gd name="f103" fmla="*/ f99 1 2"/>
              <a:gd name="f104" fmla="+- f100 0 f102"/>
              <a:gd name="f105" fmla="+- f101 f103 0"/>
              <a:gd name="f106" fmla="+- f100 f102 0"/>
              <a:gd name="f107" fmla="+- f101 0 f103"/>
              <a:gd name="f108" fmla="+- f42 0 f100"/>
              <a:gd name="f109" fmla="+- f43 0 f101"/>
              <a:gd name="f110" fmla="*/ f100 f39 1"/>
              <a:gd name="f111" fmla="*/ f101 f39 1"/>
              <a:gd name="f112" fmla="+- f54 0 f106"/>
              <a:gd name="f113" fmla="+- f42 0 f106"/>
              <a:gd name="f114" fmla="+- f42 0 f104"/>
              <a:gd name="f115" fmla="+- f53 0 f105"/>
              <a:gd name="f116" fmla="+- f43 0 f105"/>
              <a:gd name="f117" fmla="+- f43 0 f107"/>
              <a:gd name="f118" fmla="*/ f104 f39 1"/>
              <a:gd name="f119" fmla="*/ f107 f39 1"/>
              <a:gd name="f120" fmla="*/ f105 f39 1"/>
              <a:gd name="f121" fmla="*/ f106 f39 1"/>
              <a:gd name="f122" fmla="*/ f108 f39 1"/>
              <a:gd name="f123" fmla="*/ f109 f39 1"/>
              <a:gd name="f124" fmla="*/ f112 f93 1"/>
              <a:gd name="f125" fmla="*/ f115 1 f93"/>
              <a:gd name="f126" fmla="*/ f114 f39 1"/>
              <a:gd name="f127" fmla="*/ f117 f39 1"/>
              <a:gd name="f128" fmla="*/ f113 f39 1"/>
              <a:gd name="f129" fmla="*/ f116 f39 1"/>
              <a:gd name="f130" fmla="+- f124 f107 0"/>
              <a:gd name="f131" fmla="+- f114 0 f125"/>
              <a:gd name="f132" fmla="+- f104 f125 0"/>
              <a:gd name="f133" fmla="+- f43 0 f130"/>
              <a:gd name="f134" fmla="*/ f130 f39 1"/>
              <a:gd name="f135" fmla="*/ f131 f39 1"/>
              <a:gd name="f136" fmla="*/ f132 f39 1"/>
              <a:gd name="f137" fmla="*/ f133 f3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110" y="f111"/>
              </a:cxn>
              <a:cxn ang="f36">
                <a:pos x="f122" y="f111"/>
              </a:cxn>
              <a:cxn ang="f37">
                <a:pos x="f122" y="f123"/>
              </a:cxn>
              <a:cxn ang="f38">
                <a:pos x="f110" y="f123"/>
              </a:cxn>
            </a:cxnLst>
            <a:rect l="f118" t="f119" r="f126" b="f127"/>
            <a:pathLst>
              <a:path>
                <a:moveTo>
                  <a:pt x="f118" y="f120"/>
                </a:moveTo>
                <a:lnTo>
                  <a:pt x="f121" y="f119"/>
                </a:lnTo>
                <a:lnTo>
                  <a:pt x="f62" y="f134"/>
                </a:lnTo>
                <a:lnTo>
                  <a:pt x="f128" y="f119"/>
                </a:lnTo>
                <a:lnTo>
                  <a:pt x="f126" y="f120"/>
                </a:lnTo>
                <a:lnTo>
                  <a:pt x="f135" y="f63"/>
                </a:lnTo>
                <a:lnTo>
                  <a:pt x="f126" y="f129"/>
                </a:lnTo>
                <a:lnTo>
                  <a:pt x="f128" y="f127"/>
                </a:lnTo>
                <a:lnTo>
                  <a:pt x="f62" y="f137"/>
                </a:lnTo>
                <a:lnTo>
                  <a:pt x="f121" y="f127"/>
                </a:lnTo>
                <a:lnTo>
                  <a:pt x="f118" y="f129"/>
                </a:lnTo>
                <a:lnTo>
                  <a:pt x="f136" y="f63"/>
                </a:lnTo>
                <a:close/>
              </a:path>
            </a:pathLst>
          </a:custGeom>
          <a:solidFill>
            <a:srgbClr val="7F6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2" name="Multiplication 156">
            <a:extLst>
              <a:ext uri="{FF2B5EF4-FFF2-40B4-BE49-F238E27FC236}">
                <a16:creationId xmlns:a16="http://schemas.microsoft.com/office/drawing/2014/main" id="{F4A755A7-852B-5E9B-8C9E-88376586350B}"/>
              </a:ext>
            </a:extLst>
          </p:cNvPr>
          <p:cNvSpPr/>
          <p:nvPr/>
        </p:nvSpPr>
        <p:spPr>
          <a:xfrm>
            <a:off x="5034375" y="3388373"/>
            <a:ext cx="135157" cy="192115"/>
          </a:xfrm>
          <a:custGeom>
            <a:avLst>
              <a:gd name="f10" fmla="val 2352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*/ 0 0 1"/>
              <a:gd name="f10" fmla="val 23520"/>
              <a:gd name="f11" fmla="+- 0 0 -270"/>
              <a:gd name="f12" fmla="+- 0 0 -36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val f7"/>
              <a:gd name="f19" fmla="val f10"/>
              <a:gd name="f20" fmla="*/ f11 f1 1"/>
              <a:gd name="f21" fmla="*/ f12 f1 1"/>
              <a:gd name="f22" fmla="*/ f13 f1 1"/>
              <a:gd name="f23" fmla="*/ f14 f1 1"/>
              <a:gd name="f24" fmla="?: f15 f4 1"/>
              <a:gd name="f25" fmla="?: f16 f5 1"/>
              <a:gd name="f26" fmla="?: f17 f6 1"/>
              <a:gd name="f27" fmla="*/ f20 1 f3"/>
              <a:gd name="f28" fmla="*/ f21 1 f3"/>
              <a:gd name="f29" fmla="*/ f22 1 f3"/>
              <a:gd name="f30" fmla="*/ f23 1 f3"/>
              <a:gd name="f31" fmla="*/ f24 1 21600"/>
              <a:gd name="f32" fmla="*/ f25 1 21600"/>
              <a:gd name="f33" fmla="*/ 21600 f24 1"/>
              <a:gd name="f34" fmla="*/ 21600 f25 1"/>
              <a:gd name="f35" fmla="+- f27 0 f2"/>
              <a:gd name="f36" fmla="+- f28 0 f2"/>
              <a:gd name="f37" fmla="+- f29 0 f2"/>
              <a:gd name="f38" fmla="+- f30 0 f2"/>
              <a:gd name="f39" fmla="min f32 f31"/>
              <a:gd name="f40" fmla="*/ f33 1 f26"/>
              <a:gd name="f41" fmla="*/ f34 1 f26"/>
              <a:gd name="f42" fmla="val f40"/>
              <a:gd name="f43" fmla="val f41"/>
              <a:gd name="f44" fmla="+- f43 0 f18"/>
              <a:gd name="f45" fmla="+- f42 0 f18"/>
              <a:gd name="f46" fmla="*/ f44 1 2"/>
              <a:gd name="f47" fmla="*/ f45 1 2"/>
              <a:gd name="f48" fmla="min f45 f44"/>
              <a:gd name="f49" fmla="+- 0 0 f45"/>
              <a:gd name="f50" fmla="+- 0 0 f44"/>
              <a:gd name="f51" fmla="*/ f45 f45 1"/>
              <a:gd name="f52" fmla="*/ f44 f44 1"/>
              <a:gd name="f53" fmla="+- f18 f46 0"/>
              <a:gd name="f54" fmla="+- f18 f47 0"/>
              <a:gd name="f55" fmla="*/ f48 f19 1"/>
              <a:gd name="f56" fmla="+- 0 0 f49"/>
              <a:gd name="f57" fmla="+- 0 0 f50"/>
              <a:gd name="f58" fmla="+- f51 f52 0"/>
              <a:gd name="f59" fmla="*/ f55 1 100000"/>
              <a:gd name="f60" fmla="at2 f56 f57"/>
              <a:gd name="f61" fmla="+- f58 f9 0"/>
              <a:gd name="f62" fmla="*/ f54 f39 1"/>
              <a:gd name="f63" fmla="*/ f53 f39 1"/>
              <a:gd name="f64" fmla="+- f60 f2 0"/>
              <a:gd name="f65" fmla="sqrt f61"/>
              <a:gd name="f66" fmla="*/ f64 f8 1"/>
              <a:gd name="f67" fmla="*/ f65 51965 1"/>
              <a:gd name="f68" fmla="*/ f66 1 f1"/>
              <a:gd name="f69" fmla="*/ f67 1 100000"/>
              <a:gd name="f70" fmla="+- 0 0 f68"/>
              <a:gd name="f71" fmla="+- f65 0 f69"/>
              <a:gd name="f72" fmla="val f70"/>
              <a:gd name="f73" fmla="+- 0 0 f72"/>
              <a:gd name="f74" fmla="*/ f73 f1 1"/>
              <a:gd name="f75" fmla="*/ f74 1 f8"/>
              <a:gd name="f76" fmla="+- f75 0 f2"/>
              <a:gd name="f77" fmla="+- f76 f2 0"/>
              <a:gd name="f78" fmla="*/ f77 f8 1"/>
              <a:gd name="f79" fmla="*/ f78 1 f1"/>
              <a:gd name="f80" fmla="+- 0 0 f79"/>
              <a:gd name="f81" fmla="+- 0 0 f80"/>
              <a:gd name="f82" fmla="*/ f81 f1 1"/>
              <a:gd name="f83" fmla="*/ f82 1 f8"/>
              <a:gd name="f84" fmla="+- f83 0 f2"/>
              <a:gd name="f85" fmla="sin 1 f84"/>
              <a:gd name="f86" fmla="cos 1 f84"/>
              <a:gd name="f87" fmla="tan 1 f84"/>
              <a:gd name="f88" fmla="+- 0 0 f85"/>
              <a:gd name="f89" fmla="+- 0 0 f86"/>
              <a:gd name="f90" fmla="*/ 1 1 f87"/>
              <a:gd name="f91" fmla="+- 0 0 f88"/>
              <a:gd name="f92" fmla="+- 0 0 f89"/>
              <a:gd name="f93" fmla="*/ 1 1 f90"/>
              <a:gd name="f94" fmla="val f91"/>
              <a:gd name="f95" fmla="val f92"/>
              <a:gd name="f96" fmla="*/ f95 f71 1"/>
              <a:gd name="f97" fmla="*/ f94 f71 1"/>
              <a:gd name="f98" fmla="*/ f94 f59 1"/>
              <a:gd name="f99" fmla="*/ f95 f59 1"/>
              <a:gd name="f100" fmla="*/ f96 1 2"/>
              <a:gd name="f101" fmla="*/ f97 1 2"/>
              <a:gd name="f102" fmla="*/ f98 1 2"/>
              <a:gd name="f103" fmla="*/ f99 1 2"/>
              <a:gd name="f104" fmla="+- f100 0 f102"/>
              <a:gd name="f105" fmla="+- f101 f103 0"/>
              <a:gd name="f106" fmla="+- f100 f102 0"/>
              <a:gd name="f107" fmla="+- f101 0 f103"/>
              <a:gd name="f108" fmla="+- f42 0 f100"/>
              <a:gd name="f109" fmla="+- f43 0 f101"/>
              <a:gd name="f110" fmla="*/ f100 f39 1"/>
              <a:gd name="f111" fmla="*/ f101 f39 1"/>
              <a:gd name="f112" fmla="+- f54 0 f106"/>
              <a:gd name="f113" fmla="+- f42 0 f106"/>
              <a:gd name="f114" fmla="+- f42 0 f104"/>
              <a:gd name="f115" fmla="+- f53 0 f105"/>
              <a:gd name="f116" fmla="+- f43 0 f105"/>
              <a:gd name="f117" fmla="+- f43 0 f107"/>
              <a:gd name="f118" fmla="*/ f104 f39 1"/>
              <a:gd name="f119" fmla="*/ f107 f39 1"/>
              <a:gd name="f120" fmla="*/ f105 f39 1"/>
              <a:gd name="f121" fmla="*/ f106 f39 1"/>
              <a:gd name="f122" fmla="*/ f108 f39 1"/>
              <a:gd name="f123" fmla="*/ f109 f39 1"/>
              <a:gd name="f124" fmla="*/ f112 f93 1"/>
              <a:gd name="f125" fmla="*/ f115 1 f93"/>
              <a:gd name="f126" fmla="*/ f114 f39 1"/>
              <a:gd name="f127" fmla="*/ f117 f39 1"/>
              <a:gd name="f128" fmla="*/ f113 f39 1"/>
              <a:gd name="f129" fmla="*/ f116 f39 1"/>
              <a:gd name="f130" fmla="+- f124 f107 0"/>
              <a:gd name="f131" fmla="+- f114 0 f125"/>
              <a:gd name="f132" fmla="+- f104 f125 0"/>
              <a:gd name="f133" fmla="+- f43 0 f130"/>
              <a:gd name="f134" fmla="*/ f130 f39 1"/>
              <a:gd name="f135" fmla="*/ f131 f39 1"/>
              <a:gd name="f136" fmla="*/ f132 f39 1"/>
              <a:gd name="f137" fmla="*/ f133 f3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110" y="f111"/>
              </a:cxn>
              <a:cxn ang="f36">
                <a:pos x="f122" y="f111"/>
              </a:cxn>
              <a:cxn ang="f37">
                <a:pos x="f122" y="f123"/>
              </a:cxn>
              <a:cxn ang="f38">
                <a:pos x="f110" y="f123"/>
              </a:cxn>
            </a:cxnLst>
            <a:rect l="f118" t="f119" r="f126" b="f127"/>
            <a:pathLst>
              <a:path>
                <a:moveTo>
                  <a:pt x="f118" y="f120"/>
                </a:moveTo>
                <a:lnTo>
                  <a:pt x="f121" y="f119"/>
                </a:lnTo>
                <a:lnTo>
                  <a:pt x="f62" y="f134"/>
                </a:lnTo>
                <a:lnTo>
                  <a:pt x="f128" y="f119"/>
                </a:lnTo>
                <a:lnTo>
                  <a:pt x="f126" y="f120"/>
                </a:lnTo>
                <a:lnTo>
                  <a:pt x="f135" y="f63"/>
                </a:lnTo>
                <a:lnTo>
                  <a:pt x="f126" y="f129"/>
                </a:lnTo>
                <a:lnTo>
                  <a:pt x="f128" y="f127"/>
                </a:lnTo>
                <a:lnTo>
                  <a:pt x="f62" y="f137"/>
                </a:lnTo>
                <a:lnTo>
                  <a:pt x="f121" y="f127"/>
                </a:lnTo>
                <a:lnTo>
                  <a:pt x="f118" y="f129"/>
                </a:lnTo>
                <a:lnTo>
                  <a:pt x="f136" y="f63"/>
                </a:lnTo>
                <a:close/>
              </a:path>
            </a:pathLst>
          </a:custGeom>
          <a:solidFill>
            <a:srgbClr val="7F6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3" name="Rectangle à coins arrondis 103">
            <a:extLst>
              <a:ext uri="{FF2B5EF4-FFF2-40B4-BE49-F238E27FC236}">
                <a16:creationId xmlns:a16="http://schemas.microsoft.com/office/drawing/2014/main" id="{B9E69057-BBB4-4D1B-1B39-0EF2965E8527}"/>
              </a:ext>
            </a:extLst>
          </p:cNvPr>
          <p:cNvSpPr/>
          <p:nvPr/>
        </p:nvSpPr>
        <p:spPr>
          <a:xfrm>
            <a:off x="192" y="11731"/>
            <a:ext cx="907670" cy="114064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2F0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64" name="object 5">
            <a:extLst>
              <a:ext uri="{FF2B5EF4-FFF2-40B4-BE49-F238E27FC236}">
                <a16:creationId xmlns:a16="http://schemas.microsoft.com/office/drawing/2014/main" id="{D8FD7360-58A8-294B-B2A1-0E73EA5B8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9427"/>
            <a:ext cx="11259308" cy="1148815"/>
          </a:xfrm>
          <a:prstGeom prst="rect">
            <a:avLst/>
          </a:prstGeom>
          <a:noFill/>
          <a:ln cap="flat">
            <a:noFill/>
          </a:ln>
          <a:effectLst>
            <a:outerShdw dist="38098" dir="7799737" algn="tl">
              <a:srgbClr val="000000">
                <a:alpha val="40000"/>
              </a:srgbClr>
            </a:outerShdw>
          </a:effectLst>
        </p:spPr>
      </p:pic>
      <p:sp>
        <p:nvSpPr>
          <p:cNvPr id="65" name="Rectangle à coins arrondis 116">
            <a:extLst>
              <a:ext uri="{FF2B5EF4-FFF2-40B4-BE49-F238E27FC236}">
                <a16:creationId xmlns:a16="http://schemas.microsoft.com/office/drawing/2014/main" id="{3A270465-EB48-0899-99B3-B9F9DD6905FB}"/>
              </a:ext>
            </a:extLst>
          </p:cNvPr>
          <p:cNvSpPr/>
          <p:nvPr/>
        </p:nvSpPr>
        <p:spPr>
          <a:xfrm>
            <a:off x="10634472" y="216045"/>
            <a:ext cx="1504526" cy="6046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grpSp>
        <p:nvGrpSpPr>
          <p:cNvPr id="66" name="Gruppieren 38">
            <a:extLst>
              <a:ext uri="{FF2B5EF4-FFF2-40B4-BE49-F238E27FC236}">
                <a16:creationId xmlns:a16="http://schemas.microsoft.com/office/drawing/2014/main" id="{988FCBFB-0838-7317-1A67-B158A3E4A097}"/>
              </a:ext>
            </a:extLst>
          </p:cNvPr>
          <p:cNvGrpSpPr/>
          <p:nvPr/>
        </p:nvGrpSpPr>
        <p:grpSpPr>
          <a:xfrm>
            <a:off x="10833838" y="412010"/>
            <a:ext cx="339123" cy="263859"/>
            <a:chOff x="10833838" y="412010"/>
            <a:chExt cx="339123" cy="263859"/>
          </a:xfrm>
        </p:grpSpPr>
        <p:sp>
          <p:nvSpPr>
            <p:cNvPr id="67" name="Oval 6">
              <a:extLst>
                <a:ext uri="{FF2B5EF4-FFF2-40B4-BE49-F238E27FC236}">
                  <a16:creationId xmlns:a16="http://schemas.microsoft.com/office/drawing/2014/main" id="{16234A96-9DD3-C674-4A11-550EECAEB889}"/>
                </a:ext>
              </a:extLst>
            </p:cNvPr>
            <p:cNvSpPr/>
            <p:nvPr/>
          </p:nvSpPr>
          <p:spPr>
            <a:xfrm>
              <a:off x="10925443" y="480389"/>
              <a:ext cx="155905" cy="125711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336828"/>
            </a:solidFill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68" name="Freeform 7">
              <a:extLst>
                <a:ext uri="{FF2B5EF4-FFF2-40B4-BE49-F238E27FC236}">
                  <a16:creationId xmlns:a16="http://schemas.microsoft.com/office/drawing/2014/main" id="{8E88E198-0FA1-2DF1-11D1-2E82C4816064}"/>
                </a:ext>
              </a:extLst>
            </p:cNvPr>
            <p:cNvSpPr/>
            <p:nvPr/>
          </p:nvSpPr>
          <p:spPr>
            <a:xfrm>
              <a:off x="10985336" y="412010"/>
              <a:ext cx="35231" cy="566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"/>
                <a:gd name="f7" fmla="val 35"/>
                <a:gd name="f8" fmla="val 16"/>
                <a:gd name="f9" fmla="val 22"/>
                <a:gd name="f10" fmla="val 11"/>
                <a:gd name="f11" fmla="val 1"/>
                <a:gd name="f12" fmla="val 14"/>
                <a:gd name="f13" fmla="val 26"/>
                <a:gd name="f14" fmla="val 31"/>
                <a:gd name="f15" fmla="val 4"/>
                <a:gd name="f16" fmla="val 9"/>
                <a:gd name="f17" fmla="val 13"/>
                <a:gd name="f18" fmla="val 25"/>
                <a:gd name="f19" fmla="val 23"/>
                <a:gd name="f20" fmla="+- 0 0 -90"/>
                <a:gd name="f21" fmla="*/ f3 1 17"/>
                <a:gd name="f22" fmla="*/ f4 1 35"/>
                <a:gd name="f23" fmla="val f5"/>
                <a:gd name="f24" fmla="val f6"/>
                <a:gd name="f25" fmla="val f7"/>
                <a:gd name="f26" fmla="*/ f20 f0 1"/>
                <a:gd name="f27" fmla="+- f25 0 f23"/>
                <a:gd name="f28" fmla="+- f24 0 f23"/>
                <a:gd name="f29" fmla="*/ f26 1 f2"/>
                <a:gd name="f30" fmla="*/ f28 1 17"/>
                <a:gd name="f31" fmla="*/ f27 1 35"/>
                <a:gd name="f32" fmla="*/ 16 f28 1"/>
                <a:gd name="f33" fmla="*/ 22 f27 1"/>
                <a:gd name="f34" fmla="*/ 17 f28 1"/>
                <a:gd name="f35" fmla="*/ 0 f27 1"/>
                <a:gd name="f36" fmla="*/ 0 f28 1"/>
                <a:gd name="f37" fmla="*/ 26 f27 1"/>
                <a:gd name="f38" fmla="*/ 9 f28 1"/>
                <a:gd name="f39" fmla="*/ 35 f27 1"/>
                <a:gd name="f40" fmla="+- f29 0 f1"/>
                <a:gd name="f41" fmla="*/ f32 1 17"/>
                <a:gd name="f42" fmla="*/ f33 1 35"/>
                <a:gd name="f43" fmla="*/ f34 1 17"/>
                <a:gd name="f44" fmla="*/ f35 1 35"/>
                <a:gd name="f45" fmla="*/ f36 1 17"/>
                <a:gd name="f46" fmla="*/ f37 1 35"/>
                <a:gd name="f47" fmla="*/ f38 1 17"/>
                <a:gd name="f48" fmla="*/ f39 1 35"/>
                <a:gd name="f49" fmla="*/ 0 1 f30"/>
                <a:gd name="f50" fmla="*/ f24 1 f30"/>
                <a:gd name="f51" fmla="*/ 0 1 f31"/>
                <a:gd name="f52" fmla="*/ f25 1 f31"/>
                <a:gd name="f53" fmla="*/ f41 1 f30"/>
                <a:gd name="f54" fmla="*/ f42 1 f31"/>
                <a:gd name="f55" fmla="*/ f43 1 f30"/>
                <a:gd name="f56" fmla="*/ f44 1 f31"/>
                <a:gd name="f57" fmla="*/ f45 1 f30"/>
                <a:gd name="f58" fmla="*/ f46 1 f31"/>
                <a:gd name="f59" fmla="*/ f47 1 f30"/>
                <a:gd name="f60" fmla="*/ f48 1 f31"/>
                <a:gd name="f61" fmla="*/ f49 f21 1"/>
                <a:gd name="f62" fmla="*/ f50 f21 1"/>
                <a:gd name="f63" fmla="*/ f52 f22 1"/>
                <a:gd name="f64" fmla="*/ f51 f22 1"/>
                <a:gd name="f65" fmla="*/ f53 f21 1"/>
                <a:gd name="f66" fmla="*/ f54 f22 1"/>
                <a:gd name="f67" fmla="*/ f55 f21 1"/>
                <a:gd name="f68" fmla="*/ f56 f22 1"/>
                <a:gd name="f69" fmla="*/ f57 f21 1"/>
                <a:gd name="f70" fmla="*/ f58 f22 1"/>
                <a:gd name="f71" fmla="*/ f59 f21 1"/>
                <a:gd name="f72" fmla="*/ f60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65" y="f66"/>
                </a:cxn>
                <a:cxn ang="f40">
                  <a:pos x="f65" y="f66"/>
                </a:cxn>
                <a:cxn ang="f40">
                  <a:pos x="f67" y="f68"/>
                </a:cxn>
                <a:cxn ang="f40">
                  <a:pos x="f69" y="f70"/>
                </a:cxn>
                <a:cxn ang="f40">
                  <a:pos x="f71" y="f72"/>
                </a:cxn>
                <a:cxn ang="f40">
                  <a:pos x="f67" y="f70"/>
                </a:cxn>
                <a:cxn ang="f40">
                  <a:pos x="f65" y="f66"/>
                </a:cxn>
              </a:cxnLst>
              <a:rect l="f61" t="f64" r="f62" b="f63"/>
              <a:pathLst>
                <a:path w="17" h="35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0"/>
                    <a:pt x="f6" y="f5"/>
                    <a:pt x="f6" y="f5"/>
                  </a:cubicBezTo>
                  <a:cubicBezTo>
                    <a:pt x="f11" y="f12"/>
                    <a:pt x="f5" y="f9"/>
                    <a:pt x="f5" y="f13"/>
                  </a:cubicBezTo>
                  <a:cubicBezTo>
                    <a:pt x="f5" y="f14"/>
                    <a:pt x="f15" y="f7"/>
                    <a:pt x="f16" y="f7"/>
                  </a:cubicBezTo>
                  <a:cubicBezTo>
                    <a:pt x="f17" y="f7"/>
                    <a:pt x="f6" y="f14"/>
                    <a:pt x="f6" y="f13"/>
                  </a:cubicBezTo>
                  <a:cubicBezTo>
                    <a:pt x="f6" y="f18"/>
                    <a:pt x="f6" y="f19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69" name="Freeform 8">
              <a:extLst>
                <a:ext uri="{FF2B5EF4-FFF2-40B4-BE49-F238E27FC236}">
                  <a16:creationId xmlns:a16="http://schemas.microsoft.com/office/drawing/2014/main" id="{2433C68C-3CFD-CAE2-68E6-E44DB32EFC51}"/>
                </a:ext>
              </a:extLst>
            </p:cNvPr>
            <p:cNvSpPr/>
            <p:nvPr/>
          </p:nvSpPr>
          <p:spPr>
            <a:xfrm>
              <a:off x="10921035" y="418228"/>
              <a:ext cx="44037" cy="600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"/>
                <a:gd name="f7" fmla="val 37"/>
                <a:gd name="f8" fmla="val 17"/>
                <a:gd name="f9" fmla="val 8"/>
                <a:gd name="f10" fmla="val 12"/>
                <a:gd name="f11" fmla="val 9"/>
                <a:gd name="f12" fmla="val 19"/>
                <a:gd name="f13" fmla="val 2"/>
                <a:gd name="f14" fmla="val 27"/>
                <a:gd name="f15" fmla="val 4"/>
                <a:gd name="f16" fmla="val 31"/>
                <a:gd name="f17" fmla="val 6"/>
                <a:gd name="f18" fmla="val 35"/>
                <a:gd name="f19" fmla="val 10"/>
                <a:gd name="f20" fmla="val 15"/>
                <a:gd name="f21" fmla="val 33"/>
                <a:gd name="f22" fmla="val 28"/>
                <a:gd name="f23" fmla="val 24"/>
                <a:gd name="f24" fmla="val 23"/>
                <a:gd name="f25" fmla="val 18"/>
                <a:gd name="f26" fmla="+- 0 0 -90"/>
                <a:gd name="f27" fmla="*/ f3 1 21"/>
                <a:gd name="f28" fmla="*/ f4 1 37"/>
                <a:gd name="f29" fmla="val f5"/>
                <a:gd name="f30" fmla="val f6"/>
                <a:gd name="f31" fmla="val f7"/>
                <a:gd name="f32" fmla="*/ f26 f0 1"/>
                <a:gd name="f33" fmla="+- f31 0 f29"/>
                <a:gd name="f34" fmla="+- f30 0 f29"/>
                <a:gd name="f35" fmla="*/ f32 1 f2"/>
                <a:gd name="f36" fmla="*/ f34 1 21"/>
                <a:gd name="f37" fmla="*/ f33 1 37"/>
                <a:gd name="f38" fmla="*/ 17 f34 1"/>
                <a:gd name="f39" fmla="*/ 21 f33 1"/>
                <a:gd name="f40" fmla="*/ 9 f34 1"/>
                <a:gd name="f41" fmla="*/ 0 f33 1"/>
                <a:gd name="f42" fmla="*/ 4 f34 1"/>
                <a:gd name="f43" fmla="*/ 31 f33 1"/>
                <a:gd name="f44" fmla="*/ 15 f34 1"/>
                <a:gd name="f45" fmla="*/ 35 f33 1"/>
                <a:gd name="f46" fmla="*/ 19 f34 1"/>
                <a:gd name="f47" fmla="*/ 24 f33 1"/>
                <a:gd name="f48" fmla="+- f35 0 f1"/>
                <a:gd name="f49" fmla="*/ f38 1 21"/>
                <a:gd name="f50" fmla="*/ f39 1 37"/>
                <a:gd name="f51" fmla="*/ f40 1 21"/>
                <a:gd name="f52" fmla="*/ f41 1 37"/>
                <a:gd name="f53" fmla="*/ f42 1 21"/>
                <a:gd name="f54" fmla="*/ f43 1 37"/>
                <a:gd name="f55" fmla="*/ f44 1 21"/>
                <a:gd name="f56" fmla="*/ f45 1 37"/>
                <a:gd name="f57" fmla="*/ f46 1 21"/>
                <a:gd name="f58" fmla="*/ f47 1 37"/>
                <a:gd name="f59" fmla="*/ 0 1 f36"/>
                <a:gd name="f60" fmla="*/ f30 1 f36"/>
                <a:gd name="f61" fmla="*/ 0 1 f37"/>
                <a:gd name="f62" fmla="*/ f31 1 f37"/>
                <a:gd name="f63" fmla="*/ f49 1 f36"/>
                <a:gd name="f64" fmla="*/ f50 1 f37"/>
                <a:gd name="f65" fmla="*/ f51 1 f36"/>
                <a:gd name="f66" fmla="*/ f52 1 f37"/>
                <a:gd name="f67" fmla="*/ f53 1 f36"/>
                <a:gd name="f68" fmla="*/ f54 1 f37"/>
                <a:gd name="f69" fmla="*/ f55 1 f36"/>
                <a:gd name="f70" fmla="*/ f56 1 f37"/>
                <a:gd name="f71" fmla="*/ f57 1 f36"/>
                <a:gd name="f72" fmla="*/ f58 1 f37"/>
                <a:gd name="f73" fmla="*/ f59 f27 1"/>
                <a:gd name="f74" fmla="*/ f60 f27 1"/>
                <a:gd name="f75" fmla="*/ f62 f28 1"/>
                <a:gd name="f76" fmla="*/ f61 f28 1"/>
                <a:gd name="f77" fmla="*/ f63 f27 1"/>
                <a:gd name="f78" fmla="*/ f64 f28 1"/>
                <a:gd name="f79" fmla="*/ f65 f27 1"/>
                <a:gd name="f80" fmla="*/ f66 f28 1"/>
                <a:gd name="f81" fmla="*/ f67 f27 1"/>
                <a:gd name="f82" fmla="*/ f68 f28 1"/>
                <a:gd name="f83" fmla="*/ f69 f27 1"/>
                <a:gd name="f84" fmla="*/ f70 f28 1"/>
                <a:gd name="f85" fmla="*/ f71 f27 1"/>
                <a:gd name="f86" fmla="*/ f72 f2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8">
                  <a:pos x="f77" y="f78"/>
                </a:cxn>
                <a:cxn ang="f48">
                  <a:pos x="f77" y="f78"/>
                </a:cxn>
                <a:cxn ang="f48">
                  <a:pos x="f79" y="f80"/>
                </a:cxn>
                <a:cxn ang="f48">
                  <a:pos x="f81" y="f82"/>
                </a:cxn>
                <a:cxn ang="f48">
                  <a:pos x="f83" y="f84"/>
                </a:cxn>
                <a:cxn ang="f48">
                  <a:pos x="f85" y="f86"/>
                </a:cxn>
                <a:cxn ang="f48">
                  <a:pos x="f77" y="f78"/>
                </a:cxn>
              </a:cxnLst>
              <a:rect l="f73" t="f76" r="f74" b="f75"/>
              <a:pathLst>
                <a:path w="21" h="37">
                  <a:moveTo>
                    <a:pt x="f8" y="f6"/>
                  </a:moveTo>
                  <a:cubicBezTo>
                    <a:pt x="f8" y="f6"/>
                    <a:pt x="f8" y="f6"/>
                    <a:pt x="f8" y="f6"/>
                  </a:cubicBezTo>
                  <a:cubicBezTo>
                    <a:pt x="f9" y="f10"/>
                    <a:pt x="f11" y="f5"/>
                    <a:pt x="f11" y="f5"/>
                  </a:cubicBezTo>
                  <a:cubicBezTo>
                    <a:pt x="f5" y="f12"/>
                    <a:pt x="f13" y="f14"/>
                    <a:pt x="f15" y="f16"/>
                  </a:cubicBezTo>
                  <a:cubicBezTo>
                    <a:pt x="f17" y="f18"/>
                    <a:pt x="f19" y="f7"/>
                    <a:pt x="f20" y="f18"/>
                  </a:cubicBezTo>
                  <a:cubicBezTo>
                    <a:pt x="f12" y="f21"/>
                    <a:pt x="f6" y="f22"/>
                    <a:pt x="f12" y="f23"/>
                  </a:cubicBezTo>
                  <a:cubicBezTo>
                    <a:pt x="f12" y="f24"/>
                    <a:pt x="f25" y="f6"/>
                    <a:pt x="f8" y="f6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EAA9A43C-F73E-569D-35AF-2769469A348C}"/>
                </a:ext>
              </a:extLst>
            </p:cNvPr>
            <p:cNvSpPr/>
            <p:nvPr/>
          </p:nvSpPr>
          <p:spPr>
            <a:xfrm>
              <a:off x="10867305" y="460363"/>
              <a:ext cx="53730" cy="524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6"/>
                <a:gd name="f7" fmla="val 32"/>
                <a:gd name="f8" fmla="val 18"/>
                <a:gd name="f9" fmla="val 14"/>
                <a:gd name="f10" fmla="val 5"/>
                <a:gd name="f11" fmla="val 11"/>
                <a:gd name="f12" fmla="val 3"/>
                <a:gd name="f13" fmla="val 21"/>
                <a:gd name="f14" fmla="val 8"/>
                <a:gd name="f15" fmla="val 27"/>
                <a:gd name="f16" fmla="val 12"/>
                <a:gd name="f17" fmla="val 29"/>
                <a:gd name="f18" fmla="val 15"/>
                <a:gd name="f19" fmla="val 31"/>
                <a:gd name="f20" fmla="val 24"/>
                <a:gd name="f21" fmla="val 23"/>
                <a:gd name="f22" fmla="val 25"/>
                <a:gd name="f23" fmla="val 22"/>
                <a:gd name="f24" fmla="val 20"/>
                <a:gd name="f25" fmla="val 19"/>
                <a:gd name="f26" fmla="+- 0 0 -90"/>
                <a:gd name="f27" fmla="*/ f3 1 26"/>
                <a:gd name="f28" fmla="*/ f4 1 32"/>
                <a:gd name="f29" fmla="val f5"/>
                <a:gd name="f30" fmla="val f6"/>
                <a:gd name="f31" fmla="val f7"/>
                <a:gd name="f32" fmla="*/ f26 f0 1"/>
                <a:gd name="f33" fmla="+- f31 0 f29"/>
                <a:gd name="f34" fmla="+- f30 0 f29"/>
                <a:gd name="f35" fmla="*/ f32 1 f2"/>
                <a:gd name="f36" fmla="*/ f34 1 26"/>
                <a:gd name="f37" fmla="*/ f33 1 32"/>
                <a:gd name="f38" fmla="*/ 18 f34 1"/>
                <a:gd name="f39" fmla="*/ 14 f33 1"/>
                <a:gd name="f40" fmla="*/ 0 f34 1"/>
                <a:gd name="f41" fmla="*/ 0 f33 1"/>
                <a:gd name="f42" fmla="*/ 12 f34 1"/>
                <a:gd name="f43" fmla="*/ 29 f33 1"/>
                <a:gd name="f44" fmla="*/ 24 f34 1"/>
                <a:gd name="f45" fmla="*/ 27 f33 1"/>
                <a:gd name="f46" fmla="*/ 22 f34 1"/>
                <a:gd name="f47" fmla="*/ 15 f33 1"/>
                <a:gd name="f48" fmla="+- f35 0 f1"/>
                <a:gd name="f49" fmla="*/ f38 1 26"/>
                <a:gd name="f50" fmla="*/ f39 1 32"/>
                <a:gd name="f51" fmla="*/ f40 1 26"/>
                <a:gd name="f52" fmla="*/ f41 1 32"/>
                <a:gd name="f53" fmla="*/ f42 1 26"/>
                <a:gd name="f54" fmla="*/ f43 1 32"/>
                <a:gd name="f55" fmla="*/ f44 1 26"/>
                <a:gd name="f56" fmla="*/ f45 1 32"/>
                <a:gd name="f57" fmla="*/ f46 1 26"/>
                <a:gd name="f58" fmla="*/ f47 1 32"/>
                <a:gd name="f59" fmla="*/ 0 1 f36"/>
                <a:gd name="f60" fmla="*/ f30 1 f36"/>
                <a:gd name="f61" fmla="*/ 0 1 f37"/>
                <a:gd name="f62" fmla="*/ f31 1 f37"/>
                <a:gd name="f63" fmla="*/ f49 1 f36"/>
                <a:gd name="f64" fmla="*/ f50 1 f37"/>
                <a:gd name="f65" fmla="*/ f51 1 f36"/>
                <a:gd name="f66" fmla="*/ f52 1 f37"/>
                <a:gd name="f67" fmla="*/ f53 1 f36"/>
                <a:gd name="f68" fmla="*/ f54 1 f37"/>
                <a:gd name="f69" fmla="*/ f55 1 f36"/>
                <a:gd name="f70" fmla="*/ f56 1 f37"/>
                <a:gd name="f71" fmla="*/ f57 1 f36"/>
                <a:gd name="f72" fmla="*/ f58 1 f37"/>
                <a:gd name="f73" fmla="*/ f59 f27 1"/>
                <a:gd name="f74" fmla="*/ f60 f27 1"/>
                <a:gd name="f75" fmla="*/ f62 f28 1"/>
                <a:gd name="f76" fmla="*/ f61 f28 1"/>
                <a:gd name="f77" fmla="*/ f63 f27 1"/>
                <a:gd name="f78" fmla="*/ f64 f28 1"/>
                <a:gd name="f79" fmla="*/ f65 f27 1"/>
                <a:gd name="f80" fmla="*/ f66 f28 1"/>
                <a:gd name="f81" fmla="*/ f67 f27 1"/>
                <a:gd name="f82" fmla="*/ f68 f28 1"/>
                <a:gd name="f83" fmla="*/ f69 f27 1"/>
                <a:gd name="f84" fmla="*/ f70 f28 1"/>
                <a:gd name="f85" fmla="*/ f71 f27 1"/>
                <a:gd name="f86" fmla="*/ f72 f2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8">
                  <a:pos x="f77" y="f78"/>
                </a:cxn>
                <a:cxn ang="f48">
                  <a:pos x="f77" y="f78"/>
                </a:cxn>
                <a:cxn ang="f48">
                  <a:pos x="f79" y="f80"/>
                </a:cxn>
                <a:cxn ang="f48">
                  <a:pos x="f81" y="f82"/>
                </a:cxn>
                <a:cxn ang="f48">
                  <a:pos x="f83" y="f84"/>
                </a:cxn>
                <a:cxn ang="f48">
                  <a:pos x="f85" y="f86"/>
                </a:cxn>
                <a:cxn ang="f48">
                  <a:pos x="f77" y="f78"/>
                </a:cxn>
              </a:cxnLst>
              <a:rect l="f73" t="f76" r="f74" b="f75"/>
              <a:pathLst>
                <a:path w="26" h="32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5" y="f5"/>
                    <a:pt x="f5" y="f5"/>
                  </a:cubicBezTo>
                  <a:cubicBezTo>
                    <a:pt x="f12" y="f13"/>
                    <a:pt x="f14" y="f15"/>
                    <a:pt x="f16" y="f17"/>
                  </a:cubicBezTo>
                  <a:cubicBezTo>
                    <a:pt x="f18" y="f7"/>
                    <a:pt x="f13" y="f19"/>
                    <a:pt x="f20" y="f15"/>
                  </a:cubicBezTo>
                  <a:cubicBezTo>
                    <a:pt x="f6" y="f21"/>
                    <a:pt x="f22" y="f8"/>
                    <a:pt x="f23" y="f18"/>
                  </a:cubicBezTo>
                  <a:cubicBezTo>
                    <a:pt x="f24" y="f9"/>
                    <a:pt x="f25" y="f9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11F407C5-B94B-E878-17CC-E2BD9EE60202}"/>
                </a:ext>
              </a:extLst>
            </p:cNvPr>
            <p:cNvSpPr/>
            <p:nvPr/>
          </p:nvSpPr>
          <p:spPr>
            <a:xfrm>
              <a:off x="10833838" y="527361"/>
              <a:ext cx="70463" cy="310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4"/>
                <a:gd name="f7" fmla="val 19"/>
                <a:gd name="f8" fmla="val 21"/>
                <a:gd name="f9" fmla="val 3"/>
                <a:gd name="f10" fmla="val 10"/>
                <a:gd name="f11" fmla="val 7"/>
                <a:gd name="f12" fmla="val 13"/>
                <a:gd name="f13" fmla="val 17"/>
                <a:gd name="f14" fmla="val 20"/>
                <a:gd name="f15" fmla="val 18"/>
                <a:gd name="f16" fmla="val 24"/>
                <a:gd name="f17" fmla="val 29"/>
                <a:gd name="f18" fmla="val 33"/>
                <a:gd name="f19" fmla="val 16"/>
                <a:gd name="f20" fmla="val 11"/>
                <a:gd name="f21" fmla="val 6"/>
                <a:gd name="f22" fmla="val 30"/>
                <a:gd name="f23" fmla="val 2"/>
                <a:gd name="f24" fmla="val 26"/>
                <a:gd name="f25" fmla="val 23"/>
                <a:gd name="f26" fmla="+- 0 0 -90"/>
                <a:gd name="f27" fmla="*/ f3 1 34"/>
                <a:gd name="f28" fmla="*/ f4 1 19"/>
                <a:gd name="f29" fmla="val f5"/>
                <a:gd name="f30" fmla="val f6"/>
                <a:gd name="f31" fmla="val f7"/>
                <a:gd name="f32" fmla="*/ f26 f0 1"/>
                <a:gd name="f33" fmla="+- f31 0 f29"/>
                <a:gd name="f34" fmla="+- f30 0 f29"/>
                <a:gd name="f35" fmla="*/ f32 1 f2"/>
                <a:gd name="f36" fmla="*/ f34 1 34"/>
                <a:gd name="f37" fmla="*/ f33 1 19"/>
                <a:gd name="f38" fmla="*/ 21 f34 1"/>
                <a:gd name="f39" fmla="*/ 3 f33 1"/>
                <a:gd name="f40" fmla="*/ 0 f34 1"/>
                <a:gd name="f41" fmla="*/ 0 f33 1"/>
                <a:gd name="f42" fmla="*/ 24 f34 1"/>
                <a:gd name="f43" fmla="*/ 19 f33 1"/>
                <a:gd name="f44" fmla="*/ 33 f34 1"/>
                <a:gd name="f45" fmla="*/ 11 f33 1"/>
                <a:gd name="f46" fmla="*/ 26 f34 1"/>
                <a:gd name="f47" fmla="*/ 2 f33 1"/>
                <a:gd name="f48" fmla="+- f35 0 f1"/>
                <a:gd name="f49" fmla="*/ f38 1 34"/>
                <a:gd name="f50" fmla="*/ f39 1 19"/>
                <a:gd name="f51" fmla="*/ f40 1 34"/>
                <a:gd name="f52" fmla="*/ f41 1 19"/>
                <a:gd name="f53" fmla="*/ f42 1 34"/>
                <a:gd name="f54" fmla="*/ f43 1 19"/>
                <a:gd name="f55" fmla="*/ f44 1 34"/>
                <a:gd name="f56" fmla="*/ f45 1 19"/>
                <a:gd name="f57" fmla="*/ f46 1 34"/>
                <a:gd name="f58" fmla="*/ f47 1 19"/>
                <a:gd name="f59" fmla="*/ 0 1 f36"/>
                <a:gd name="f60" fmla="*/ f30 1 f36"/>
                <a:gd name="f61" fmla="*/ 0 1 f37"/>
                <a:gd name="f62" fmla="*/ f31 1 f37"/>
                <a:gd name="f63" fmla="*/ f49 1 f36"/>
                <a:gd name="f64" fmla="*/ f50 1 f37"/>
                <a:gd name="f65" fmla="*/ f51 1 f36"/>
                <a:gd name="f66" fmla="*/ f52 1 f37"/>
                <a:gd name="f67" fmla="*/ f53 1 f36"/>
                <a:gd name="f68" fmla="*/ f54 1 f37"/>
                <a:gd name="f69" fmla="*/ f55 1 f36"/>
                <a:gd name="f70" fmla="*/ f56 1 f37"/>
                <a:gd name="f71" fmla="*/ f57 1 f36"/>
                <a:gd name="f72" fmla="*/ f58 1 f37"/>
                <a:gd name="f73" fmla="*/ f59 f27 1"/>
                <a:gd name="f74" fmla="*/ f60 f27 1"/>
                <a:gd name="f75" fmla="*/ f62 f28 1"/>
                <a:gd name="f76" fmla="*/ f61 f28 1"/>
                <a:gd name="f77" fmla="*/ f63 f27 1"/>
                <a:gd name="f78" fmla="*/ f64 f28 1"/>
                <a:gd name="f79" fmla="*/ f65 f27 1"/>
                <a:gd name="f80" fmla="*/ f66 f28 1"/>
                <a:gd name="f81" fmla="*/ f67 f27 1"/>
                <a:gd name="f82" fmla="*/ f68 f28 1"/>
                <a:gd name="f83" fmla="*/ f69 f27 1"/>
                <a:gd name="f84" fmla="*/ f70 f28 1"/>
                <a:gd name="f85" fmla="*/ f71 f27 1"/>
                <a:gd name="f86" fmla="*/ f72 f2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8">
                  <a:pos x="f77" y="f78"/>
                </a:cxn>
                <a:cxn ang="f48">
                  <a:pos x="f77" y="f78"/>
                </a:cxn>
                <a:cxn ang="f48">
                  <a:pos x="f79" y="f80"/>
                </a:cxn>
                <a:cxn ang="f48">
                  <a:pos x="f81" y="f82"/>
                </a:cxn>
                <a:cxn ang="f48">
                  <a:pos x="f83" y="f84"/>
                </a:cxn>
                <a:cxn ang="f48">
                  <a:pos x="f85" y="f86"/>
                </a:cxn>
                <a:cxn ang="f48">
                  <a:pos x="f77" y="f78"/>
                </a:cxn>
              </a:cxnLst>
              <a:rect l="f73" t="f76" r="f74" b="f75"/>
              <a:pathLst>
                <a:path w="34" h="19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5" y="f5"/>
                    <a:pt x="f5" y="f5"/>
                  </a:cubicBezTo>
                  <a:cubicBezTo>
                    <a:pt x="f12" y="f13"/>
                    <a:pt x="f14" y="f15"/>
                    <a:pt x="f16" y="f7"/>
                  </a:cubicBezTo>
                  <a:cubicBezTo>
                    <a:pt x="f17" y="f7"/>
                    <a:pt x="f18" y="f19"/>
                    <a:pt x="f18" y="f20"/>
                  </a:cubicBezTo>
                  <a:cubicBezTo>
                    <a:pt x="f6" y="f21"/>
                    <a:pt x="f22" y="f23"/>
                    <a:pt x="f24" y="f23"/>
                  </a:cubicBezTo>
                  <a:cubicBezTo>
                    <a:pt x="f16" y="f23"/>
                    <a:pt x="f25" y="f23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2368E09A-809C-7DD9-C054-DB085758A93D}"/>
                </a:ext>
              </a:extLst>
            </p:cNvPr>
            <p:cNvSpPr/>
            <p:nvPr/>
          </p:nvSpPr>
          <p:spPr>
            <a:xfrm>
              <a:off x="10846173" y="575020"/>
              <a:ext cx="74871" cy="3591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6"/>
                <a:gd name="f7" fmla="val 22"/>
                <a:gd name="f8" fmla="val 20"/>
                <a:gd name="f9" fmla="val 5"/>
                <a:gd name="f10" fmla="val 12"/>
                <a:gd name="f11" fmla="val 14"/>
                <a:gd name="f12" fmla="val 13"/>
                <a:gd name="f13" fmla="val 19"/>
                <a:gd name="f14" fmla="val 27"/>
                <a:gd name="f15" fmla="val 30"/>
                <a:gd name="f16" fmla="val 18"/>
                <a:gd name="f17" fmla="val 34"/>
                <a:gd name="f18" fmla="val 16"/>
                <a:gd name="f19" fmla="val 11"/>
                <a:gd name="f20" fmla="val 7"/>
                <a:gd name="f21" fmla="val 32"/>
                <a:gd name="f22" fmla="val 2"/>
                <a:gd name="f23" fmla="val 23"/>
                <a:gd name="f24" fmla="val 3"/>
                <a:gd name="f25" fmla="val 21"/>
                <a:gd name="f26" fmla="val 4"/>
                <a:gd name="f27" fmla="+- 0 0 -90"/>
                <a:gd name="f28" fmla="*/ f3 1 36"/>
                <a:gd name="f29" fmla="*/ f4 1 22"/>
                <a:gd name="f30" fmla="val f5"/>
                <a:gd name="f31" fmla="val f6"/>
                <a:gd name="f32" fmla="val f7"/>
                <a:gd name="f33" fmla="*/ f27 f0 1"/>
                <a:gd name="f34" fmla="+- f32 0 f30"/>
                <a:gd name="f35" fmla="+- f31 0 f30"/>
                <a:gd name="f36" fmla="*/ f33 1 f2"/>
                <a:gd name="f37" fmla="*/ f35 1 36"/>
                <a:gd name="f38" fmla="*/ f34 1 22"/>
                <a:gd name="f39" fmla="*/ 20 f35 1"/>
                <a:gd name="f40" fmla="*/ 5 f34 1"/>
                <a:gd name="f41" fmla="*/ 0 f35 1"/>
                <a:gd name="f42" fmla="*/ 13 f34 1"/>
                <a:gd name="f43" fmla="*/ 30 f35 1"/>
                <a:gd name="f44" fmla="*/ 18 f34 1"/>
                <a:gd name="f45" fmla="*/ 34 f35 1"/>
                <a:gd name="f46" fmla="*/ 7 f34 1"/>
                <a:gd name="f47" fmla="*/ 23 f35 1"/>
                <a:gd name="f48" fmla="*/ 2 f34 1"/>
                <a:gd name="f49" fmla="+- f36 0 f1"/>
                <a:gd name="f50" fmla="*/ f39 1 36"/>
                <a:gd name="f51" fmla="*/ f40 1 22"/>
                <a:gd name="f52" fmla="*/ f41 1 36"/>
                <a:gd name="f53" fmla="*/ f42 1 22"/>
                <a:gd name="f54" fmla="*/ f43 1 36"/>
                <a:gd name="f55" fmla="*/ f44 1 22"/>
                <a:gd name="f56" fmla="*/ f45 1 36"/>
                <a:gd name="f57" fmla="*/ f46 1 22"/>
                <a:gd name="f58" fmla="*/ f47 1 36"/>
                <a:gd name="f59" fmla="*/ f48 1 22"/>
                <a:gd name="f60" fmla="*/ 0 1 f37"/>
                <a:gd name="f61" fmla="*/ f31 1 f37"/>
                <a:gd name="f62" fmla="*/ 0 1 f38"/>
                <a:gd name="f63" fmla="*/ f32 1 f38"/>
                <a:gd name="f64" fmla="*/ f50 1 f37"/>
                <a:gd name="f65" fmla="*/ f51 1 f38"/>
                <a:gd name="f66" fmla="*/ f52 1 f37"/>
                <a:gd name="f67" fmla="*/ f53 1 f38"/>
                <a:gd name="f68" fmla="*/ f54 1 f37"/>
                <a:gd name="f69" fmla="*/ f55 1 f38"/>
                <a:gd name="f70" fmla="*/ f56 1 f37"/>
                <a:gd name="f71" fmla="*/ f57 1 f38"/>
                <a:gd name="f72" fmla="*/ f58 1 f37"/>
                <a:gd name="f73" fmla="*/ f59 1 f38"/>
                <a:gd name="f74" fmla="*/ f60 f28 1"/>
                <a:gd name="f75" fmla="*/ f61 f28 1"/>
                <a:gd name="f76" fmla="*/ f63 f29 1"/>
                <a:gd name="f77" fmla="*/ f62 f29 1"/>
                <a:gd name="f78" fmla="*/ f64 f28 1"/>
                <a:gd name="f79" fmla="*/ f65 f29 1"/>
                <a:gd name="f80" fmla="*/ f66 f28 1"/>
                <a:gd name="f81" fmla="*/ f67 f29 1"/>
                <a:gd name="f82" fmla="*/ f68 f28 1"/>
                <a:gd name="f83" fmla="*/ f69 f29 1"/>
                <a:gd name="f84" fmla="*/ f70 f28 1"/>
                <a:gd name="f85" fmla="*/ f71 f29 1"/>
                <a:gd name="f86" fmla="*/ f72 f28 1"/>
                <a:gd name="f87" fmla="*/ f73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78" y="f79"/>
                </a:cxn>
                <a:cxn ang="f49">
                  <a:pos x="f78" y="f79"/>
                </a:cxn>
                <a:cxn ang="f49">
                  <a:pos x="f80" y="f81"/>
                </a:cxn>
                <a:cxn ang="f49">
                  <a:pos x="f82" y="f83"/>
                </a:cxn>
                <a:cxn ang="f49">
                  <a:pos x="f84" y="f85"/>
                </a:cxn>
                <a:cxn ang="f49">
                  <a:pos x="f86" y="f87"/>
                </a:cxn>
                <a:cxn ang="f49">
                  <a:pos x="f78" y="f79"/>
                </a:cxn>
              </a:cxnLst>
              <a:rect l="f74" t="f77" r="f75" b="f76"/>
              <a:pathLst>
                <a:path w="36" h="22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5" y="f12"/>
                    <a:pt x="f5" y="f12"/>
                  </a:cubicBezTo>
                  <a:cubicBezTo>
                    <a:pt x="f13" y="f7"/>
                    <a:pt x="f14" y="f8"/>
                    <a:pt x="f15" y="f16"/>
                  </a:cubicBezTo>
                  <a:cubicBezTo>
                    <a:pt x="f17" y="f18"/>
                    <a:pt x="f6" y="f19"/>
                    <a:pt x="f17" y="f20"/>
                  </a:cubicBezTo>
                  <a:cubicBezTo>
                    <a:pt x="f21" y="f22"/>
                    <a:pt x="f14" y="f5"/>
                    <a:pt x="f23" y="f22"/>
                  </a:cubicBezTo>
                  <a:cubicBezTo>
                    <a:pt x="f7" y="f24"/>
                    <a:pt x="f25" y="f26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6DAD2C17-A9A8-7D6E-A133-C1C3E1D4430F}"/>
                </a:ext>
              </a:extLst>
            </p:cNvPr>
            <p:cNvSpPr/>
            <p:nvPr/>
          </p:nvSpPr>
          <p:spPr>
            <a:xfrm>
              <a:off x="10899913" y="608871"/>
              <a:ext cx="66943" cy="428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2"/>
                <a:gd name="f7" fmla="val 26"/>
                <a:gd name="f8" fmla="val 14"/>
                <a:gd name="f9" fmla="val 8"/>
                <a:gd name="f10" fmla="val 11"/>
                <a:gd name="f11" fmla="val 20"/>
                <a:gd name="f12" fmla="val 21"/>
                <a:gd name="f13" fmla="val 23"/>
                <a:gd name="f14" fmla="val 27"/>
                <a:gd name="f15" fmla="val 17"/>
                <a:gd name="f16" fmla="val 29"/>
                <a:gd name="f17" fmla="val 10"/>
                <a:gd name="f18" fmla="val 31"/>
                <a:gd name="f19" fmla="val 5"/>
                <a:gd name="f20" fmla="val 2"/>
                <a:gd name="f21" fmla="val 18"/>
                <a:gd name="f22" fmla="val 1"/>
                <a:gd name="f23" fmla="val 15"/>
                <a:gd name="f24" fmla="val 4"/>
                <a:gd name="f25" fmla="val 6"/>
                <a:gd name="f26" fmla="val 7"/>
                <a:gd name="f27" fmla="+- 0 0 -90"/>
                <a:gd name="f28" fmla="*/ f3 1 32"/>
                <a:gd name="f29" fmla="*/ f4 1 26"/>
                <a:gd name="f30" fmla="val f5"/>
                <a:gd name="f31" fmla="val f6"/>
                <a:gd name="f32" fmla="val f7"/>
                <a:gd name="f33" fmla="*/ f27 f0 1"/>
                <a:gd name="f34" fmla="+- f32 0 f30"/>
                <a:gd name="f35" fmla="+- f31 0 f30"/>
                <a:gd name="f36" fmla="*/ f33 1 f2"/>
                <a:gd name="f37" fmla="*/ f35 1 32"/>
                <a:gd name="f38" fmla="*/ f34 1 26"/>
                <a:gd name="f39" fmla="*/ 14 f35 1"/>
                <a:gd name="f40" fmla="*/ 8 f34 1"/>
                <a:gd name="f41" fmla="*/ 0 f35 1"/>
                <a:gd name="f42" fmla="*/ 26 f34 1"/>
                <a:gd name="f43" fmla="*/ 29 f35 1"/>
                <a:gd name="f44" fmla="*/ 14 f34 1"/>
                <a:gd name="f45" fmla="*/ 27 f35 1"/>
                <a:gd name="f46" fmla="*/ 2 f34 1"/>
                <a:gd name="f47" fmla="*/ 15 f35 1"/>
                <a:gd name="f48" fmla="*/ 4 f34 1"/>
                <a:gd name="f49" fmla="+- f36 0 f1"/>
                <a:gd name="f50" fmla="*/ f39 1 32"/>
                <a:gd name="f51" fmla="*/ f40 1 26"/>
                <a:gd name="f52" fmla="*/ f41 1 32"/>
                <a:gd name="f53" fmla="*/ f42 1 26"/>
                <a:gd name="f54" fmla="*/ f43 1 32"/>
                <a:gd name="f55" fmla="*/ f44 1 26"/>
                <a:gd name="f56" fmla="*/ f45 1 32"/>
                <a:gd name="f57" fmla="*/ f46 1 26"/>
                <a:gd name="f58" fmla="*/ f47 1 32"/>
                <a:gd name="f59" fmla="*/ f48 1 26"/>
                <a:gd name="f60" fmla="*/ 0 1 f37"/>
                <a:gd name="f61" fmla="*/ f31 1 f37"/>
                <a:gd name="f62" fmla="*/ 0 1 f38"/>
                <a:gd name="f63" fmla="*/ f32 1 f38"/>
                <a:gd name="f64" fmla="*/ f50 1 f37"/>
                <a:gd name="f65" fmla="*/ f51 1 f38"/>
                <a:gd name="f66" fmla="*/ f52 1 f37"/>
                <a:gd name="f67" fmla="*/ f53 1 f38"/>
                <a:gd name="f68" fmla="*/ f54 1 f37"/>
                <a:gd name="f69" fmla="*/ f55 1 f38"/>
                <a:gd name="f70" fmla="*/ f56 1 f37"/>
                <a:gd name="f71" fmla="*/ f57 1 f38"/>
                <a:gd name="f72" fmla="*/ f58 1 f37"/>
                <a:gd name="f73" fmla="*/ f59 1 f38"/>
                <a:gd name="f74" fmla="*/ f60 f28 1"/>
                <a:gd name="f75" fmla="*/ f61 f28 1"/>
                <a:gd name="f76" fmla="*/ f63 f29 1"/>
                <a:gd name="f77" fmla="*/ f62 f29 1"/>
                <a:gd name="f78" fmla="*/ f64 f28 1"/>
                <a:gd name="f79" fmla="*/ f65 f29 1"/>
                <a:gd name="f80" fmla="*/ f66 f28 1"/>
                <a:gd name="f81" fmla="*/ f67 f29 1"/>
                <a:gd name="f82" fmla="*/ f68 f28 1"/>
                <a:gd name="f83" fmla="*/ f69 f29 1"/>
                <a:gd name="f84" fmla="*/ f70 f28 1"/>
                <a:gd name="f85" fmla="*/ f71 f29 1"/>
                <a:gd name="f86" fmla="*/ f72 f28 1"/>
                <a:gd name="f87" fmla="*/ f73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78" y="f79"/>
                </a:cxn>
                <a:cxn ang="f49">
                  <a:pos x="f78" y="f79"/>
                </a:cxn>
                <a:cxn ang="f49">
                  <a:pos x="f80" y="f81"/>
                </a:cxn>
                <a:cxn ang="f49">
                  <a:pos x="f82" y="f83"/>
                </a:cxn>
                <a:cxn ang="f49">
                  <a:pos x="f84" y="f85"/>
                </a:cxn>
                <a:cxn ang="f49">
                  <a:pos x="f86" y="f87"/>
                </a:cxn>
                <a:cxn ang="f49">
                  <a:pos x="f78" y="f79"/>
                </a:cxn>
              </a:cxnLst>
              <a:rect l="f74" t="f77" r="f75" b="f76"/>
              <a:pathLst>
                <a:path w="32" h="26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5" y="f7"/>
                    <a:pt x="f5" y="f7"/>
                  </a:cubicBezTo>
                  <a:cubicBezTo>
                    <a:pt x="f12" y="f13"/>
                    <a:pt x="f14" y="f15"/>
                    <a:pt x="f16" y="f8"/>
                  </a:cubicBezTo>
                  <a:cubicBezTo>
                    <a:pt x="f6" y="f17"/>
                    <a:pt x="f18" y="f19"/>
                    <a:pt x="f14" y="f20"/>
                  </a:cubicBezTo>
                  <a:cubicBezTo>
                    <a:pt x="f13" y="f5"/>
                    <a:pt x="f21" y="f22"/>
                    <a:pt x="f23" y="f24"/>
                  </a:cubicBezTo>
                  <a:cubicBezTo>
                    <a:pt x="f8" y="f25"/>
                    <a:pt x="f8" y="f26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12F060E-25FB-936D-C900-642046D7B380}"/>
                </a:ext>
              </a:extLst>
            </p:cNvPr>
            <p:cNvSpPr/>
            <p:nvPr/>
          </p:nvSpPr>
          <p:spPr>
            <a:xfrm>
              <a:off x="10983589" y="620612"/>
              <a:ext cx="39639" cy="552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"/>
                <a:gd name="f7" fmla="val 34"/>
                <a:gd name="f8" fmla="val 3"/>
                <a:gd name="f9" fmla="val 12"/>
                <a:gd name="f10" fmla="val 7"/>
                <a:gd name="f11" fmla="val 24"/>
                <a:gd name="f12" fmla="val 17"/>
                <a:gd name="f13" fmla="val 21"/>
                <a:gd name="f14" fmla="val 14"/>
                <a:gd name="f15" fmla="val 10"/>
                <a:gd name="f16" fmla="val 5"/>
                <a:gd name="f17" fmla="val 16"/>
                <a:gd name="f18" fmla="val 11"/>
                <a:gd name="f19" fmla="val 6"/>
                <a:gd name="f20" fmla="val 2"/>
                <a:gd name="f21" fmla="val 8"/>
                <a:gd name="f22" fmla="+- 0 0 -90"/>
                <a:gd name="f23" fmla="*/ f3 1 19"/>
                <a:gd name="f24" fmla="*/ f4 1 34"/>
                <a:gd name="f25" fmla="val f5"/>
                <a:gd name="f26" fmla="val f6"/>
                <a:gd name="f27" fmla="val f7"/>
                <a:gd name="f28" fmla="*/ f22 f0 1"/>
                <a:gd name="f29" fmla="+- f27 0 f25"/>
                <a:gd name="f30" fmla="+- f26 0 f25"/>
                <a:gd name="f31" fmla="*/ f28 1 f2"/>
                <a:gd name="f32" fmla="*/ f30 1 19"/>
                <a:gd name="f33" fmla="*/ f29 1 34"/>
                <a:gd name="f34" fmla="*/ 3 f30 1"/>
                <a:gd name="f35" fmla="*/ 12 f29 1"/>
                <a:gd name="f36" fmla="*/ 0 f30 1"/>
                <a:gd name="f37" fmla="*/ 34 f29 1"/>
                <a:gd name="f38" fmla="*/ 19 f30 1"/>
                <a:gd name="f39" fmla="*/ 10 f29 1"/>
                <a:gd name="f40" fmla="*/ 11 f30 1"/>
                <a:gd name="f41" fmla="*/ 0 f29 1"/>
                <a:gd name="f42" fmla="*/ 2 f30 1"/>
                <a:gd name="f43" fmla="*/ 8 f29 1"/>
                <a:gd name="f44" fmla="+- f31 0 f1"/>
                <a:gd name="f45" fmla="*/ f34 1 19"/>
                <a:gd name="f46" fmla="*/ f35 1 34"/>
                <a:gd name="f47" fmla="*/ f36 1 19"/>
                <a:gd name="f48" fmla="*/ f37 1 34"/>
                <a:gd name="f49" fmla="*/ f38 1 19"/>
                <a:gd name="f50" fmla="*/ f39 1 34"/>
                <a:gd name="f51" fmla="*/ f40 1 19"/>
                <a:gd name="f52" fmla="*/ f41 1 34"/>
                <a:gd name="f53" fmla="*/ f42 1 19"/>
                <a:gd name="f54" fmla="*/ f43 1 34"/>
                <a:gd name="f55" fmla="*/ 0 1 f32"/>
                <a:gd name="f56" fmla="*/ f26 1 f32"/>
                <a:gd name="f57" fmla="*/ 0 1 f33"/>
                <a:gd name="f58" fmla="*/ f27 1 f33"/>
                <a:gd name="f59" fmla="*/ f45 1 f32"/>
                <a:gd name="f60" fmla="*/ f46 1 f33"/>
                <a:gd name="f61" fmla="*/ f47 1 f32"/>
                <a:gd name="f62" fmla="*/ f48 1 f33"/>
                <a:gd name="f63" fmla="*/ f49 1 f32"/>
                <a:gd name="f64" fmla="*/ f50 1 f33"/>
                <a:gd name="f65" fmla="*/ f51 1 f32"/>
                <a:gd name="f66" fmla="*/ f52 1 f33"/>
                <a:gd name="f67" fmla="*/ f53 1 f32"/>
                <a:gd name="f68" fmla="*/ f54 1 f33"/>
                <a:gd name="f69" fmla="*/ f55 f23 1"/>
                <a:gd name="f70" fmla="*/ f56 f23 1"/>
                <a:gd name="f71" fmla="*/ f58 f24 1"/>
                <a:gd name="f72" fmla="*/ f57 f24 1"/>
                <a:gd name="f73" fmla="*/ f59 f23 1"/>
                <a:gd name="f74" fmla="*/ f60 f24 1"/>
                <a:gd name="f75" fmla="*/ f61 f23 1"/>
                <a:gd name="f76" fmla="*/ f62 f24 1"/>
                <a:gd name="f77" fmla="*/ f63 f23 1"/>
                <a:gd name="f78" fmla="*/ f64 f24 1"/>
                <a:gd name="f79" fmla="*/ f65 f23 1"/>
                <a:gd name="f80" fmla="*/ f66 f24 1"/>
                <a:gd name="f81" fmla="*/ f67 f23 1"/>
                <a:gd name="f82" fmla="*/ f68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4">
                  <a:pos x="f73" y="f74"/>
                </a:cxn>
                <a:cxn ang="f44">
                  <a:pos x="f73" y="f74"/>
                </a:cxn>
                <a:cxn ang="f44">
                  <a:pos x="f75" y="f76"/>
                </a:cxn>
                <a:cxn ang="f44">
                  <a:pos x="f77" y="f78"/>
                </a:cxn>
                <a:cxn ang="f44">
                  <a:pos x="f79" y="f80"/>
                </a:cxn>
                <a:cxn ang="f44">
                  <a:pos x="f81" y="f82"/>
                </a:cxn>
                <a:cxn ang="f44">
                  <a:pos x="f73" y="f74"/>
                </a:cxn>
              </a:cxnLst>
              <a:rect l="f69" t="f72" r="f70" b="f71"/>
              <a:pathLst>
                <a:path w="19" h="34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5" y="f7"/>
                    <a:pt x="f5" y="f7"/>
                  </a:cubicBezTo>
                  <a:cubicBezTo>
                    <a:pt x="f12" y="f13"/>
                    <a:pt x="f6" y="f14"/>
                    <a:pt x="f6" y="f15"/>
                  </a:cubicBezTo>
                  <a:cubicBezTo>
                    <a:pt x="f6" y="f16"/>
                    <a:pt x="f17" y="f5"/>
                    <a:pt x="f18" y="f5"/>
                  </a:cubicBezTo>
                  <a:cubicBezTo>
                    <a:pt x="f19" y="f5"/>
                    <a:pt x="f20" y="f8"/>
                    <a:pt x="f20" y="f21"/>
                  </a:cubicBezTo>
                  <a:cubicBezTo>
                    <a:pt x="f20" y="f15"/>
                    <a:pt x="f20" y="f18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E9E3BF50-46DC-7E0F-DAB9-06E0BCD6582F}"/>
                </a:ext>
              </a:extLst>
            </p:cNvPr>
            <p:cNvSpPr/>
            <p:nvPr/>
          </p:nvSpPr>
          <p:spPr>
            <a:xfrm>
              <a:off x="11046125" y="608871"/>
              <a:ext cx="43159" cy="607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"/>
                <a:gd name="f7" fmla="val 37"/>
                <a:gd name="f8" fmla="val 4"/>
                <a:gd name="f9" fmla="val 17"/>
                <a:gd name="f10" fmla="val 13"/>
                <a:gd name="f11" fmla="val 25"/>
                <a:gd name="f12" fmla="val 12"/>
                <a:gd name="f13" fmla="val 18"/>
                <a:gd name="f14" fmla="val 10"/>
                <a:gd name="f15" fmla="val 6"/>
                <a:gd name="f16" fmla="val 15"/>
                <a:gd name="f17" fmla="val 2"/>
                <a:gd name="f18" fmla="val 1"/>
                <a:gd name="f19" fmla="val 9"/>
                <a:gd name="f20" fmla="val 3"/>
                <a:gd name="f21" fmla="val 16"/>
                <a:gd name="f22" fmla="+- 0 0 -90"/>
                <a:gd name="f23" fmla="*/ f3 1 21"/>
                <a:gd name="f24" fmla="*/ f4 1 37"/>
                <a:gd name="f25" fmla="val f5"/>
                <a:gd name="f26" fmla="val f6"/>
                <a:gd name="f27" fmla="val f7"/>
                <a:gd name="f28" fmla="*/ f22 f0 1"/>
                <a:gd name="f29" fmla="+- f27 0 f25"/>
                <a:gd name="f30" fmla="+- f26 0 f25"/>
                <a:gd name="f31" fmla="*/ f28 1 f2"/>
                <a:gd name="f32" fmla="*/ f30 1 21"/>
                <a:gd name="f33" fmla="*/ f29 1 37"/>
                <a:gd name="f34" fmla="*/ 4 f30 1"/>
                <a:gd name="f35" fmla="*/ 17 f29 1"/>
                <a:gd name="f36" fmla="*/ 12 f30 1"/>
                <a:gd name="f37" fmla="*/ 37 f29 1"/>
                <a:gd name="f38" fmla="*/ 17 f30 1"/>
                <a:gd name="f39" fmla="*/ 6 f29 1"/>
                <a:gd name="f40" fmla="*/ 6 f30 1"/>
                <a:gd name="f41" fmla="*/ 2 f29 1"/>
                <a:gd name="f42" fmla="*/ 1 f30 1"/>
                <a:gd name="f43" fmla="*/ 13 f29 1"/>
                <a:gd name="f44" fmla="+- f31 0 f1"/>
                <a:gd name="f45" fmla="*/ f34 1 21"/>
                <a:gd name="f46" fmla="*/ f35 1 37"/>
                <a:gd name="f47" fmla="*/ f36 1 21"/>
                <a:gd name="f48" fmla="*/ f37 1 37"/>
                <a:gd name="f49" fmla="*/ f38 1 21"/>
                <a:gd name="f50" fmla="*/ f39 1 37"/>
                <a:gd name="f51" fmla="*/ f40 1 21"/>
                <a:gd name="f52" fmla="*/ f41 1 37"/>
                <a:gd name="f53" fmla="*/ f42 1 21"/>
                <a:gd name="f54" fmla="*/ f43 1 37"/>
                <a:gd name="f55" fmla="*/ 0 1 f32"/>
                <a:gd name="f56" fmla="*/ f26 1 f32"/>
                <a:gd name="f57" fmla="*/ 0 1 f33"/>
                <a:gd name="f58" fmla="*/ f27 1 f33"/>
                <a:gd name="f59" fmla="*/ f45 1 f32"/>
                <a:gd name="f60" fmla="*/ f46 1 f33"/>
                <a:gd name="f61" fmla="*/ f47 1 f32"/>
                <a:gd name="f62" fmla="*/ f48 1 f33"/>
                <a:gd name="f63" fmla="*/ f49 1 f32"/>
                <a:gd name="f64" fmla="*/ f50 1 f33"/>
                <a:gd name="f65" fmla="*/ f51 1 f32"/>
                <a:gd name="f66" fmla="*/ f52 1 f33"/>
                <a:gd name="f67" fmla="*/ f53 1 f32"/>
                <a:gd name="f68" fmla="*/ f54 1 f33"/>
                <a:gd name="f69" fmla="*/ f55 f23 1"/>
                <a:gd name="f70" fmla="*/ f56 f23 1"/>
                <a:gd name="f71" fmla="*/ f58 f24 1"/>
                <a:gd name="f72" fmla="*/ f57 f24 1"/>
                <a:gd name="f73" fmla="*/ f59 f23 1"/>
                <a:gd name="f74" fmla="*/ f60 f24 1"/>
                <a:gd name="f75" fmla="*/ f61 f23 1"/>
                <a:gd name="f76" fmla="*/ f62 f24 1"/>
                <a:gd name="f77" fmla="*/ f63 f23 1"/>
                <a:gd name="f78" fmla="*/ f64 f24 1"/>
                <a:gd name="f79" fmla="*/ f65 f23 1"/>
                <a:gd name="f80" fmla="*/ f66 f24 1"/>
                <a:gd name="f81" fmla="*/ f67 f23 1"/>
                <a:gd name="f82" fmla="*/ f68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4">
                  <a:pos x="f73" y="f74"/>
                </a:cxn>
                <a:cxn ang="f44">
                  <a:pos x="f73" y="f74"/>
                </a:cxn>
                <a:cxn ang="f44">
                  <a:pos x="f75" y="f76"/>
                </a:cxn>
                <a:cxn ang="f44">
                  <a:pos x="f77" y="f78"/>
                </a:cxn>
                <a:cxn ang="f44">
                  <a:pos x="f79" y="f80"/>
                </a:cxn>
                <a:cxn ang="f44">
                  <a:pos x="f81" y="f82"/>
                </a:cxn>
                <a:cxn ang="f44">
                  <a:pos x="f73" y="f74"/>
                </a:cxn>
              </a:cxnLst>
              <a:rect l="f69" t="f72" r="f70" b="f71"/>
              <a:pathLst>
                <a:path w="21" h="37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12" y="f7"/>
                    <a:pt x="f12" y="f7"/>
                  </a:cubicBezTo>
                  <a:cubicBezTo>
                    <a:pt x="f6" y="f9"/>
                    <a:pt x="f13" y="f14"/>
                    <a:pt x="f9" y="f15"/>
                  </a:cubicBezTo>
                  <a:cubicBezTo>
                    <a:pt x="f16" y="f17"/>
                    <a:pt x="f14" y="f5"/>
                    <a:pt x="f15" y="f17"/>
                  </a:cubicBezTo>
                  <a:cubicBezTo>
                    <a:pt x="f18" y="f8"/>
                    <a:pt x="f5" y="f19"/>
                    <a:pt x="f18" y="f10"/>
                  </a:cubicBezTo>
                  <a:cubicBezTo>
                    <a:pt x="f17" y="f16"/>
                    <a:pt x="f20" y="f21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5AB0D3A-9E44-BF08-65AF-CC3926B2A0CA}"/>
                </a:ext>
              </a:extLst>
            </p:cNvPr>
            <p:cNvSpPr/>
            <p:nvPr/>
          </p:nvSpPr>
          <p:spPr>
            <a:xfrm>
              <a:off x="11085764" y="572953"/>
              <a:ext cx="56372" cy="538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7"/>
                <a:gd name="f7" fmla="val 33"/>
                <a:gd name="f8" fmla="val 9"/>
                <a:gd name="f9" fmla="val 19"/>
                <a:gd name="f10" fmla="val 22"/>
                <a:gd name="f11" fmla="val 21"/>
                <a:gd name="f12" fmla="val 25"/>
                <a:gd name="f13" fmla="val 11"/>
                <a:gd name="f14" fmla="val 6"/>
                <a:gd name="f15" fmla="val 15"/>
                <a:gd name="f16" fmla="val 4"/>
                <a:gd name="f17" fmla="val 2"/>
                <a:gd name="f18" fmla="val 3"/>
                <a:gd name="f19" fmla="val 1"/>
                <a:gd name="f20" fmla="val 5"/>
                <a:gd name="f21" fmla="val 18"/>
                <a:gd name="f22" fmla="val 7"/>
                <a:gd name="f23" fmla="val 8"/>
                <a:gd name="f24" fmla="+- 0 0 -90"/>
                <a:gd name="f25" fmla="*/ f3 1 27"/>
                <a:gd name="f26" fmla="*/ f4 1 33"/>
                <a:gd name="f27" fmla="val f5"/>
                <a:gd name="f28" fmla="val f6"/>
                <a:gd name="f29" fmla="val f7"/>
                <a:gd name="f30" fmla="*/ f24 f0 1"/>
                <a:gd name="f31" fmla="+- f29 0 f27"/>
                <a:gd name="f32" fmla="+- f28 0 f27"/>
                <a:gd name="f33" fmla="*/ f30 1 f2"/>
                <a:gd name="f34" fmla="*/ f32 1 27"/>
                <a:gd name="f35" fmla="*/ f31 1 33"/>
                <a:gd name="f36" fmla="*/ 9 f32 1"/>
                <a:gd name="f37" fmla="*/ 19 f31 1"/>
                <a:gd name="f38" fmla="*/ 27 f32 1"/>
                <a:gd name="f39" fmla="*/ 33 f31 1"/>
                <a:gd name="f40" fmla="*/ 15 f32 1"/>
                <a:gd name="f41" fmla="*/ 4 f31 1"/>
                <a:gd name="f42" fmla="*/ 3 f32 1"/>
                <a:gd name="f43" fmla="*/ 6 f31 1"/>
                <a:gd name="f44" fmla="*/ 5 f32 1"/>
                <a:gd name="f45" fmla="*/ 18 f31 1"/>
                <a:gd name="f46" fmla="+- f33 0 f1"/>
                <a:gd name="f47" fmla="*/ f36 1 27"/>
                <a:gd name="f48" fmla="*/ f37 1 33"/>
                <a:gd name="f49" fmla="*/ f38 1 27"/>
                <a:gd name="f50" fmla="*/ f39 1 33"/>
                <a:gd name="f51" fmla="*/ f40 1 27"/>
                <a:gd name="f52" fmla="*/ f41 1 33"/>
                <a:gd name="f53" fmla="*/ f42 1 27"/>
                <a:gd name="f54" fmla="*/ f43 1 33"/>
                <a:gd name="f55" fmla="*/ f44 1 27"/>
                <a:gd name="f56" fmla="*/ f45 1 33"/>
                <a:gd name="f57" fmla="*/ 0 1 f34"/>
                <a:gd name="f58" fmla="*/ f28 1 f34"/>
                <a:gd name="f59" fmla="*/ 0 1 f35"/>
                <a:gd name="f60" fmla="*/ f29 1 f35"/>
                <a:gd name="f61" fmla="*/ f47 1 f34"/>
                <a:gd name="f62" fmla="*/ f48 1 f35"/>
                <a:gd name="f63" fmla="*/ f49 1 f34"/>
                <a:gd name="f64" fmla="*/ f50 1 f35"/>
                <a:gd name="f65" fmla="*/ f51 1 f34"/>
                <a:gd name="f66" fmla="*/ f52 1 f35"/>
                <a:gd name="f67" fmla="*/ f53 1 f34"/>
                <a:gd name="f68" fmla="*/ f54 1 f35"/>
                <a:gd name="f69" fmla="*/ f55 1 f34"/>
                <a:gd name="f70" fmla="*/ f56 1 f35"/>
                <a:gd name="f71" fmla="*/ f57 f25 1"/>
                <a:gd name="f72" fmla="*/ f58 f25 1"/>
                <a:gd name="f73" fmla="*/ f60 f26 1"/>
                <a:gd name="f74" fmla="*/ f59 f26 1"/>
                <a:gd name="f75" fmla="*/ f61 f25 1"/>
                <a:gd name="f76" fmla="*/ f62 f26 1"/>
                <a:gd name="f77" fmla="*/ f63 f25 1"/>
                <a:gd name="f78" fmla="*/ f64 f26 1"/>
                <a:gd name="f79" fmla="*/ f65 f25 1"/>
                <a:gd name="f80" fmla="*/ f66 f26 1"/>
                <a:gd name="f81" fmla="*/ f67 f25 1"/>
                <a:gd name="f82" fmla="*/ f68 f26 1"/>
                <a:gd name="f83" fmla="*/ f69 f25 1"/>
                <a:gd name="f84" fmla="*/ f70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75" y="f76"/>
                </a:cxn>
                <a:cxn ang="f46">
                  <a:pos x="f75" y="f76"/>
                </a:cxn>
                <a:cxn ang="f46">
                  <a:pos x="f77" y="f78"/>
                </a:cxn>
                <a:cxn ang="f46">
                  <a:pos x="f79" y="f80"/>
                </a:cxn>
                <a:cxn ang="f46">
                  <a:pos x="f81" y="f82"/>
                </a:cxn>
                <a:cxn ang="f46">
                  <a:pos x="f83" y="f84"/>
                </a:cxn>
                <a:cxn ang="f46">
                  <a:pos x="f75" y="f76"/>
                </a:cxn>
              </a:cxnLst>
              <a:rect l="f71" t="f74" r="f72" b="f73"/>
              <a:pathLst>
                <a:path w="27" h="33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6" y="f7"/>
                    <a:pt x="f6" y="f7"/>
                  </a:cubicBezTo>
                  <a:cubicBezTo>
                    <a:pt x="f12" y="f13"/>
                    <a:pt x="f9" y="f14"/>
                    <a:pt x="f15" y="f16"/>
                  </a:cubicBezTo>
                  <a:cubicBezTo>
                    <a:pt x="f13" y="f5"/>
                    <a:pt x="f14" y="f17"/>
                    <a:pt x="f18" y="f14"/>
                  </a:cubicBezTo>
                  <a:cubicBezTo>
                    <a:pt x="f5" y="f8"/>
                    <a:pt x="f19" y="f15"/>
                    <a:pt x="f20" y="f21"/>
                  </a:cubicBezTo>
                  <a:cubicBezTo>
                    <a:pt x="f22" y="f9"/>
                    <a:pt x="f23" y="f9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CC718FF2-5791-30BE-668C-E5C63B93C19A}"/>
                </a:ext>
              </a:extLst>
            </p:cNvPr>
            <p:cNvSpPr/>
            <p:nvPr/>
          </p:nvSpPr>
          <p:spPr>
            <a:xfrm>
              <a:off x="11099855" y="529428"/>
              <a:ext cx="73106" cy="2763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"/>
                <a:gd name="f7" fmla="val 17"/>
                <a:gd name="f8" fmla="val 13"/>
                <a:gd name="f9" fmla="val 16"/>
                <a:gd name="f10" fmla="val 24"/>
                <a:gd name="f11" fmla="val 11"/>
                <a:gd name="f12" fmla="val 21"/>
                <a:gd name="f13" fmla="val 1"/>
                <a:gd name="f14" fmla="val 9"/>
                <a:gd name="f15" fmla="val 4"/>
                <a:gd name="f16" fmla="val 8"/>
                <a:gd name="f17" fmla="val 10"/>
                <a:gd name="f18" fmla="val 12"/>
                <a:gd name="f19" fmla="+- 0 0 -90"/>
                <a:gd name="f20" fmla="*/ f3 1 35"/>
                <a:gd name="f21" fmla="*/ f4 1 17"/>
                <a:gd name="f22" fmla="val f5"/>
                <a:gd name="f23" fmla="val f6"/>
                <a:gd name="f24" fmla="val f7"/>
                <a:gd name="f25" fmla="*/ f19 f0 1"/>
                <a:gd name="f26" fmla="+- f24 0 f22"/>
                <a:gd name="f27" fmla="+- f23 0 f22"/>
                <a:gd name="f28" fmla="*/ f25 1 f2"/>
                <a:gd name="f29" fmla="*/ f27 1 35"/>
                <a:gd name="f30" fmla="*/ f26 1 17"/>
                <a:gd name="f31" fmla="*/ 13 f27 1"/>
                <a:gd name="f32" fmla="*/ 16 f26 1"/>
                <a:gd name="f33" fmla="*/ 35 f27 1"/>
                <a:gd name="f34" fmla="*/ 17 f26 1"/>
                <a:gd name="f35" fmla="*/ 9 f27 1"/>
                <a:gd name="f36" fmla="*/ 0 f26 1"/>
                <a:gd name="f37" fmla="*/ 0 f27 1"/>
                <a:gd name="f38" fmla="*/ 8 f26 1"/>
                <a:gd name="f39" fmla="+- f28 0 f1"/>
                <a:gd name="f40" fmla="*/ f31 1 35"/>
                <a:gd name="f41" fmla="*/ f32 1 17"/>
                <a:gd name="f42" fmla="*/ f33 1 35"/>
                <a:gd name="f43" fmla="*/ f34 1 17"/>
                <a:gd name="f44" fmla="*/ f35 1 35"/>
                <a:gd name="f45" fmla="*/ f36 1 17"/>
                <a:gd name="f46" fmla="*/ f37 1 35"/>
                <a:gd name="f47" fmla="*/ f38 1 17"/>
                <a:gd name="f48" fmla="*/ 0 1 f29"/>
                <a:gd name="f49" fmla="*/ f23 1 f29"/>
                <a:gd name="f50" fmla="*/ 0 1 f30"/>
                <a:gd name="f51" fmla="*/ f24 1 f30"/>
                <a:gd name="f52" fmla="*/ f40 1 f29"/>
                <a:gd name="f53" fmla="*/ f41 1 f30"/>
                <a:gd name="f54" fmla="*/ f42 1 f29"/>
                <a:gd name="f55" fmla="*/ f43 1 f30"/>
                <a:gd name="f56" fmla="*/ f44 1 f29"/>
                <a:gd name="f57" fmla="*/ f45 1 f30"/>
                <a:gd name="f58" fmla="*/ f46 1 f29"/>
                <a:gd name="f59" fmla="*/ f47 1 f30"/>
                <a:gd name="f60" fmla="*/ f48 f20 1"/>
                <a:gd name="f61" fmla="*/ f49 f20 1"/>
                <a:gd name="f62" fmla="*/ f51 f21 1"/>
                <a:gd name="f63" fmla="*/ f50 f21 1"/>
                <a:gd name="f64" fmla="*/ f52 f20 1"/>
                <a:gd name="f65" fmla="*/ f53 f21 1"/>
                <a:gd name="f66" fmla="*/ f54 f20 1"/>
                <a:gd name="f67" fmla="*/ f55 f21 1"/>
                <a:gd name="f68" fmla="*/ f56 f20 1"/>
                <a:gd name="f69" fmla="*/ f57 f21 1"/>
                <a:gd name="f70" fmla="*/ f58 f20 1"/>
                <a:gd name="f71" fmla="*/ f59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64" y="f65"/>
                </a:cxn>
                <a:cxn ang="f39">
                  <a:pos x="f64" y="f65"/>
                </a:cxn>
                <a:cxn ang="f39">
                  <a:pos x="f66" y="f67"/>
                </a:cxn>
                <a:cxn ang="f39">
                  <a:pos x="f68" y="f69"/>
                </a:cxn>
                <a:cxn ang="f39">
                  <a:pos x="f70" y="f71"/>
                </a:cxn>
                <a:cxn ang="f39">
                  <a:pos x="f68" y="f67"/>
                </a:cxn>
                <a:cxn ang="f39">
                  <a:pos x="f64" y="f65"/>
                </a:cxn>
              </a:cxnLst>
              <a:rect l="f60" t="f63" r="f61" b="f62"/>
              <a:pathLst>
                <a:path w="35" h="17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6" y="f7"/>
                    <a:pt x="f6" y="f7"/>
                  </a:cubicBezTo>
                  <a:cubicBezTo>
                    <a:pt x="f12" y="f13"/>
                    <a:pt x="f8" y="f5"/>
                    <a:pt x="f14" y="f5"/>
                  </a:cubicBezTo>
                  <a:cubicBezTo>
                    <a:pt x="f15" y="f5"/>
                    <a:pt x="f5" y="f15"/>
                    <a:pt x="f5" y="f16"/>
                  </a:cubicBezTo>
                  <a:cubicBezTo>
                    <a:pt x="f5" y="f8"/>
                    <a:pt x="f15" y="f7"/>
                    <a:pt x="f14" y="f7"/>
                  </a:cubicBezTo>
                  <a:cubicBezTo>
                    <a:pt x="f17" y="f7"/>
                    <a:pt x="f18" y="f7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2EEABD8C-82EC-6C9F-1558-058AC72891C5}"/>
                </a:ext>
              </a:extLst>
            </p:cNvPr>
            <p:cNvSpPr/>
            <p:nvPr/>
          </p:nvSpPr>
          <p:spPr>
            <a:xfrm>
              <a:off x="11085783" y="476932"/>
              <a:ext cx="76635" cy="372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"/>
                <a:gd name="f7" fmla="val 23"/>
                <a:gd name="f8" fmla="val 18"/>
                <a:gd name="f9" fmla="val 25"/>
                <a:gd name="f10" fmla="val 7"/>
                <a:gd name="f11" fmla="val 8"/>
                <a:gd name="f12" fmla="val 17"/>
                <a:gd name="f13" fmla="val 10"/>
                <a:gd name="f14" fmla="val 4"/>
                <a:gd name="f15" fmla="val 6"/>
                <a:gd name="f16" fmla="val 2"/>
                <a:gd name="f17" fmla="val 13"/>
                <a:gd name="f18" fmla="val 3"/>
                <a:gd name="f19" fmla="val 5"/>
                <a:gd name="f20" fmla="val 21"/>
                <a:gd name="f21" fmla="val 15"/>
                <a:gd name="f22" fmla="val 16"/>
                <a:gd name="f23" fmla="val 20"/>
                <a:gd name="f24" fmla="val 19"/>
                <a:gd name="f25" fmla="+- 0 0 -90"/>
                <a:gd name="f26" fmla="*/ f3 1 37"/>
                <a:gd name="f27" fmla="*/ f4 1 23"/>
                <a:gd name="f28" fmla="val f5"/>
                <a:gd name="f29" fmla="val f6"/>
                <a:gd name="f30" fmla="val f7"/>
                <a:gd name="f31" fmla="*/ f25 f0 1"/>
                <a:gd name="f32" fmla="+- f30 0 f28"/>
                <a:gd name="f33" fmla="+- f29 0 f28"/>
                <a:gd name="f34" fmla="*/ f31 1 f2"/>
                <a:gd name="f35" fmla="*/ f33 1 37"/>
                <a:gd name="f36" fmla="*/ f32 1 23"/>
                <a:gd name="f37" fmla="*/ 18 f33 1"/>
                <a:gd name="f38" fmla="*/ 18 f32 1"/>
                <a:gd name="f39" fmla="*/ 37 f33 1"/>
                <a:gd name="f40" fmla="*/ 8 f32 1"/>
                <a:gd name="f41" fmla="*/ 6 f33 1"/>
                <a:gd name="f42" fmla="*/ 6 f32 1"/>
                <a:gd name="f43" fmla="*/ 3 f33 1"/>
                <a:gd name="f44" fmla="*/ 17 f32 1"/>
                <a:gd name="f45" fmla="*/ 15 f33 1"/>
                <a:gd name="f46" fmla="*/ 21 f32 1"/>
                <a:gd name="f47" fmla="+- f34 0 f1"/>
                <a:gd name="f48" fmla="*/ f37 1 37"/>
                <a:gd name="f49" fmla="*/ f38 1 23"/>
                <a:gd name="f50" fmla="*/ f39 1 37"/>
                <a:gd name="f51" fmla="*/ f40 1 23"/>
                <a:gd name="f52" fmla="*/ f41 1 37"/>
                <a:gd name="f53" fmla="*/ f42 1 23"/>
                <a:gd name="f54" fmla="*/ f43 1 37"/>
                <a:gd name="f55" fmla="*/ f44 1 23"/>
                <a:gd name="f56" fmla="*/ f45 1 37"/>
                <a:gd name="f57" fmla="*/ f46 1 23"/>
                <a:gd name="f58" fmla="*/ 0 1 f35"/>
                <a:gd name="f59" fmla="*/ f29 1 f35"/>
                <a:gd name="f60" fmla="*/ 0 1 f36"/>
                <a:gd name="f61" fmla="*/ f30 1 f36"/>
                <a:gd name="f62" fmla="*/ f48 1 f35"/>
                <a:gd name="f63" fmla="*/ f49 1 f36"/>
                <a:gd name="f64" fmla="*/ f50 1 f35"/>
                <a:gd name="f65" fmla="*/ f51 1 f36"/>
                <a:gd name="f66" fmla="*/ f52 1 f35"/>
                <a:gd name="f67" fmla="*/ f53 1 f36"/>
                <a:gd name="f68" fmla="*/ f54 1 f35"/>
                <a:gd name="f69" fmla="*/ f55 1 f36"/>
                <a:gd name="f70" fmla="*/ f56 1 f35"/>
                <a:gd name="f71" fmla="*/ f57 1 f36"/>
                <a:gd name="f72" fmla="*/ f58 f26 1"/>
                <a:gd name="f73" fmla="*/ f59 f26 1"/>
                <a:gd name="f74" fmla="*/ f61 f27 1"/>
                <a:gd name="f75" fmla="*/ f60 f27 1"/>
                <a:gd name="f76" fmla="*/ f62 f26 1"/>
                <a:gd name="f77" fmla="*/ f63 f27 1"/>
                <a:gd name="f78" fmla="*/ f64 f26 1"/>
                <a:gd name="f79" fmla="*/ f65 f27 1"/>
                <a:gd name="f80" fmla="*/ f66 f26 1"/>
                <a:gd name="f81" fmla="*/ f67 f27 1"/>
                <a:gd name="f82" fmla="*/ f68 f26 1"/>
                <a:gd name="f83" fmla="*/ f69 f27 1"/>
                <a:gd name="f84" fmla="*/ f70 f26 1"/>
                <a:gd name="f85" fmla="*/ f71 f2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7">
                  <a:pos x="f76" y="f77"/>
                </a:cxn>
                <a:cxn ang="f47">
                  <a:pos x="f76" y="f77"/>
                </a:cxn>
                <a:cxn ang="f47">
                  <a:pos x="f78" y="f79"/>
                </a:cxn>
                <a:cxn ang="f47">
                  <a:pos x="f80" y="f81"/>
                </a:cxn>
                <a:cxn ang="f47">
                  <a:pos x="f82" y="f83"/>
                </a:cxn>
                <a:cxn ang="f47">
                  <a:pos x="f84" y="f85"/>
                </a:cxn>
                <a:cxn ang="f47">
                  <a:pos x="f76" y="f77"/>
                </a:cxn>
              </a:cxnLst>
              <a:rect l="f72" t="f75" r="f73" b="f74"/>
              <a:pathLst>
                <a:path w="37" h="23">
                  <a:moveTo>
                    <a:pt x="f8" y="f8"/>
                  </a:moveTo>
                  <a:cubicBezTo>
                    <a:pt x="f8" y="f8"/>
                    <a:pt x="f8" y="f8"/>
                    <a:pt x="f8" y="f8"/>
                  </a:cubicBezTo>
                  <a:cubicBezTo>
                    <a:pt x="f9" y="f10"/>
                    <a:pt x="f6" y="f11"/>
                    <a:pt x="f6" y="f11"/>
                  </a:cubicBezTo>
                  <a:cubicBezTo>
                    <a:pt x="f12" y="f5"/>
                    <a:pt x="f13" y="f14"/>
                    <a:pt x="f15" y="f15"/>
                  </a:cubicBezTo>
                  <a:cubicBezTo>
                    <a:pt x="f16" y="f11"/>
                    <a:pt x="f5" y="f17"/>
                    <a:pt x="f18" y="f12"/>
                  </a:cubicBezTo>
                  <a:cubicBezTo>
                    <a:pt x="f19" y="f20"/>
                    <a:pt x="f13" y="f7"/>
                    <a:pt x="f21" y="f20"/>
                  </a:cubicBezTo>
                  <a:cubicBezTo>
                    <a:pt x="f22" y="f23"/>
                    <a:pt x="f12" y="f24"/>
                    <a:pt x="f8" y="f8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D44E1683-4BE5-0B75-DD0D-9FBD7E9EFFB5}"/>
                </a:ext>
              </a:extLst>
            </p:cNvPr>
            <p:cNvSpPr/>
            <p:nvPr/>
          </p:nvSpPr>
          <p:spPr>
            <a:xfrm>
              <a:off x="11041736" y="436177"/>
              <a:ext cx="62535" cy="4421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0"/>
                <a:gd name="f7" fmla="val 27"/>
                <a:gd name="f8" fmla="val 19"/>
                <a:gd name="f9" fmla="val 18"/>
                <a:gd name="f10" fmla="val 20"/>
                <a:gd name="f11" fmla="val 6"/>
                <a:gd name="f12" fmla="val 10"/>
                <a:gd name="f13" fmla="val 4"/>
                <a:gd name="f14" fmla="val 5"/>
                <a:gd name="f15" fmla="val 3"/>
                <a:gd name="f16" fmla="val 13"/>
                <a:gd name="f17" fmla="val 17"/>
                <a:gd name="f18" fmla="val 2"/>
                <a:gd name="f19" fmla="val 23"/>
                <a:gd name="f20" fmla="val 25"/>
                <a:gd name="f21" fmla="val 15"/>
                <a:gd name="f22" fmla="val 26"/>
                <a:gd name="f23" fmla="val 22"/>
                <a:gd name="f24" fmla="val 21"/>
                <a:gd name="f25" fmla="+- 0 0 -90"/>
                <a:gd name="f26" fmla="*/ f3 1 30"/>
                <a:gd name="f27" fmla="*/ f4 1 27"/>
                <a:gd name="f28" fmla="val f5"/>
                <a:gd name="f29" fmla="val f6"/>
                <a:gd name="f30" fmla="val f7"/>
                <a:gd name="f31" fmla="*/ f25 f0 1"/>
                <a:gd name="f32" fmla="+- f30 0 f28"/>
                <a:gd name="f33" fmla="+- f29 0 f28"/>
                <a:gd name="f34" fmla="*/ f31 1 f2"/>
                <a:gd name="f35" fmla="*/ f33 1 30"/>
                <a:gd name="f36" fmla="*/ f32 1 27"/>
                <a:gd name="f37" fmla="*/ 19 f33 1"/>
                <a:gd name="f38" fmla="*/ 18 f32 1"/>
                <a:gd name="f39" fmla="*/ 30 f33 1"/>
                <a:gd name="f40" fmla="*/ 0 f32 1"/>
                <a:gd name="f41" fmla="*/ 3 f33 1"/>
                <a:gd name="f42" fmla="*/ 13 f32 1"/>
                <a:gd name="f43" fmla="*/ 6 f33 1"/>
                <a:gd name="f44" fmla="*/ 25 f32 1"/>
                <a:gd name="f45" fmla="*/ 17 f33 1"/>
                <a:gd name="f46" fmla="*/ 22 f32 1"/>
                <a:gd name="f47" fmla="+- f34 0 f1"/>
                <a:gd name="f48" fmla="*/ f37 1 30"/>
                <a:gd name="f49" fmla="*/ f38 1 27"/>
                <a:gd name="f50" fmla="*/ f39 1 30"/>
                <a:gd name="f51" fmla="*/ f40 1 27"/>
                <a:gd name="f52" fmla="*/ f41 1 30"/>
                <a:gd name="f53" fmla="*/ f42 1 27"/>
                <a:gd name="f54" fmla="*/ f43 1 30"/>
                <a:gd name="f55" fmla="*/ f44 1 27"/>
                <a:gd name="f56" fmla="*/ f45 1 30"/>
                <a:gd name="f57" fmla="*/ f46 1 27"/>
                <a:gd name="f58" fmla="*/ 0 1 f35"/>
                <a:gd name="f59" fmla="*/ f29 1 f35"/>
                <a:gd name="f60" fmla="*/ 0 1 f36"/>
                <a:gd name="f61" fmla="*/ f30 1 f36"/>
                <a:gd name="f62" fmla="*/ f48 1 f35"/>
                <a:gd name="f63" fmla="*/ f49 1 f36"/>
                <a:gd name="f64" fmla="*/ f50 1 f35"/>
                <a:gd name="f65" fmla="*/ f51 1 f36"/>
                <a:gd name="f66" fmla="*/ f52 1 f35"/>
                <a:gd name="f67" fmla="*/ f53 1 f36"/>
                <a:gd name="f68" fmla="*/ f54 1 f35"/>
                <a:gd name="f69" fmla="*/ f55 1 f36"/>
                <a:gd name="f70" fmla="*/ f56 1 f35"/>
                <a:gd name="f71" fmla="*/ f57 1 f36"/>
                <a:gd name="f72" fmla="*/ f58 f26 1"/>
                <a:gd name="f73" fmla="*/ f59 f26 1"/>
                <a:gd name="f74" fmla="*/ f61 f27 1"/>
                <a:gd name="f75" fmla="*/ f60 f27 1"/>
                <a:gd name="f76" fmla="*/ f62 f26 1"/>
                <a:gd name="f77" fmla="*/ f63 f27 1"/>
                <a:gd name="f78" fmla="*/ f64 f26 1"/>
                <a:gd name="f79" fmla="*/ f65 f27 1"/>
                <a:gd name="f80" fmla="*/ f66 f26 1"/>
                <a:gd name="f81" fmla="*/ f67 f27 1"/>
                <a:gd name="f82" fmla="*/ f68 f26 1"/>
                <a:gd name="f83" fmla="*/ f69 f27 1"/>
                <a:gd name="f84" fmla="*/ f70 f26 1"/>
                <a:gd name="f85" fmla="*/ f71 f2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7">
                  <a:pos x="f76" y="f77"/>
                </a:cxn>
                <a:cxn ang="f47">
                  <a:pos x="f76" y="f77"/>
                </a:cxn>
                <a:cxn ang="f47">
                  <a:pos x="f78" y="f79"/>
                </a:cxn>
                <a:cxn ang="f47">
                  <a:pos x="f80" y="f81"/>
                </a:cxn>
                <a:cxn ang="f47">
                  <a:pos x="f82" y="f83"/>
                </a:cxn>
                <a:cxn ang="f47">
                  <a:pos x="f84" y="f85"/>
                </a:cxn>
                <a:cxn ang="f47">
                  <a:pos x="f76" y="f77"/>
                </a:cxn>
              </a:cxnLst>
              <a:rect l="f72" t="f75" r="f73" b="f74"/>
              <a:pathLst>
                <a:path w="30" h="27">
                  <a:moveTo>
                    <a:pt x="f8" y="f9"/>
                  </a:moveTo>
                  <a:cubicBezTo>
                    <a:pt x="f8" y="f9"/>
                    <a:pt x="f8" y="f9"/>
                    <a:pt x="f8" y="f9"/>
                  </a:cubicBezTo>
                  <a:cubicBezTo>
                    <a:pt x="f10" y="f11"/>
                    <a:pt x="f6" y="f5"/>
                    <a:pt x="f6" y="f5"/>
                  </a:cubicBezTo>
                  <a:cubicBezTo>
                    <a:pt x="f12" y="f13"/>
                    <a:pt x="f14" y="f12"/>
                    <a:pt x="f15" y="f16"/>
                  </a:cubicBezTo>
                  <a:cubicBezTo>
                    <a:pt x="f5" y="f17"/>
                    <a:pt x="f18" y="f19"/>
                    <a:pt x="f11" y="f20"/>
                  </a:cubicBezTo>
                  <a:cubicBezTo>
                    <a:pt x="f12" y="f7"/>
                    <a:pt x="f21" y="f22"/>
                    <a:pt x="f17" y="f23"/>
                  </a:cubicBezTo>
                  <a:cubicBezTo>
                    <a:pt x="f9" y="f24"/>
                    <a:pt x="f8" y="f8"/>
                    <a:pt x="f8" y="f9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</p:grpSp>
      <p:grpSp>
        <p:nvGrpSpPr>
          <p:cNvPr id="80" name="Gruppieren 53">
            <a:extLst>
              <a:ext uri="{FF2B5EF4-FFF2-40B4-BE49-F238E27FC236}">
                <a16:creationId xmlns:a16="http://schemas.microsoft.com/office/drawing/2014/main" id="{A713B979-FF98-2DCB-9BBF-9D7FCD9095BB}"/>
              </a:ext>
            </a:extLst>
          </p:cNvPr>
          <p:cNvGrpSpPr/>
          <p:nvPr/>
        </p:nvGrpSpPr>
        <p:grpSpPr>
          <a:xfrm>
            <a:off x="11744343" y="427975"/>
            <a:ext cx="278361" cy="286389"/>
            <a:chOff x="11744343" y="427975"/>
            <a:chExt cx="278361" cy="286389"/>
          </a:xfrm>
        </p:grpSpPr>
        <p:sp>
          <p:nvSpPr>
            <p:cNvPr id="81" name="Freeform 28">
              <a:extLst>
                <a:ext uri="{FF2B5EF4-FFF2-40B4-BE49-F238E27FC236}">
                  <a16:creationId xmlns:a16="http://schemas.microsoft.com/office/drawing/2014/main" id="{171723C0-F6AA-C619-11CE-B133AFE70988}"/>
                </a:ext>
              </a:extLst>
            </p:cNvPr>
            <p:cNvSpPr/>
            <p:nvPr/>
          </p:nvSpPr>
          <p:spPr>
            <a:xfrm>
              <a:off x="11889421" y="626053"/>
              <a:ext cx="36274" cy="511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"/>
                <a:gd name="f7" fmla="val 26"/>
                <a:gd name="f8" fmla="val 17"/>
                <a:gd name="f9" fmla="val 22"/>
                <a:gd name="f10" fmla="val 14"/>
                <a:gd name="f11" fmla="val 9"/>
                <a:gd name="f12" fmla="val 5"/>
                <a:gd name="f13" fmla="val 13"/>
                <a:gd name="f14" fmla="+- 0 0 -90"/>
                <a:gd name="f15" fmla="*/ f3 1 18"/>
                <a:gd name="f16" fmla="*/ f4 1 26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18"/>
                <a:gd name="f25" fmla="*/ f21 1 26"/>
                <a:gd name="f26" fmla="*/ 18 f22 1"/>
                <a:gd name="f27" fmla="*/ 17 f21 1"/>
                <a:gd name="f28" fmla="*/ 9 f22 1"/>
                <a:gd name="f29" fmla="*/ 26 f21 1"/>
                <a:gd name="f30" fmla="*/ 0 f22 1"/>
                <a:gd name="f31" fmla="*/ 13 f22 1"/>
                <a:gd name="f32" fmla="*/ 0 f21 1"/>
                <a:gd name="f33" fmla="+- f23 0 f1"/>
                <a:gd name="f34" fmla="*/ f26 1 18"/>
                <a:gd name="f35" fmla="*/ f27 1 26"/>
                <a:gd name="f36" fmla="*/ f28 1 18"/>
                <a:gd name="f37" fmla="*/ f29 1 26"/>
                <a:gd name="f38" fmla="*/ f30 1 18"/>
                <a:gd name="f39" fmla="*/ f31 1 18"/>
                <a:gd name="f40" fmla="*/ f32 1 26"/>
                <a:gd name="f41" fmla="*/ 0 1 f24"/>
                <a:gd name="f42" fmla="*/ f18 1 f24"/>
                <a:gd name="f43" fmla="*/ 0 1 f25"/>
                <a:gd name="f44" fmla="*/ f19 1 f25"/>
                <a:gd name="f45" fmla="*/ f34 1 f24"/>
                <a:gd name="f46" fmla="*/ f35 1 f25"/>
                <a:gd name="f47" fmla="*/ f36 1 f24"/>
                <a:gd name="f48" fmla="*/ f37 1 f25"/>
                <a:gd name="f49" fmla="*/ f38 1 f24"/>
                <a:gd name="f50" fmla="*/ f39 1 f24"/>
                <a:gd name="f51" fmla="*/ f40 1 f25"/>
                <a:gd name="f52" fmla="*/ f41 f15 1"/>
                <a:gd name="f53" fmla="*/ f42 f15 1"/>
                <a:gd name="f54" fmla="*/ f44 f16 1"/>
                <a:gd name="f55" fmla="*/ f43 f16 1"/>
                <a:gd name="f56" fmla="*/ f45 f15 1"/>
                <a:gd name="f57" fmla="*/ f46 f16 1"/>
                <a:gd name="f58" fmla="*/ f47 f15 1"/>
                <a:gd name="f59" fmla="*/ f48 f16 1"/>
                <a:gd name="f60" fmla="*/ f49 f15 1"/>
                <a:gd name="f61" fmla="*/ f50 f15 1"/>
                <a:gd name="f62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57"/>
                </a:cxn>
                <a:cxn ang="f33">
                  <a:pos x="f58" y="f59"/>
                </a:cxn>
                <a:cxn ang="f33">
                  <a:pos x="f60" y="f57"/>
                </a:cxn>
                <a:cxn ang="f33">
                  <a:pos x="f61" y="f62"/>
                </a:cxn>
                <a:cxn ang="f33">
                  <a:pos x="f56" y="f57"/>
                </a:cxn>
              </a:cxnLst>
              <a:rect l="f52" t="f55" r="f53" b="f54"/>
              <a:pathLst>
                <a:path w="18" h="26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3" y="f5"/>
                    <a:pt x="f13" y="f5"/>
                  </a:cubicBezTo>
                  <a:cubicBezTo>
                    <a:pt x="f13" y="f5"/>
                    <a:pt x="f6" y="f13"/>
                    <a:pt x="f6" y="f8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82" name="Freeform 29">
              <a:extLst>
                <a:ext uri="{FF2B5EF4-FFF2-40B4-BE49-F238E27FC236}">
                  <a16:creationId xmlns:a16="http://schemas.microsoft.com/office/drawing/2014/main" id="{FA5FD19B-3685-EEB4-C8F8-71746DBECC60}"/>
                </a:ext>
              </a:extLst>
            </p:cNvPr>
            <p:cNvSpPr/>
            <p:nvPr/>
          </p:nvSpPr>
          <p:spPr>
            <a:xfrm>
              <a:off x="11807601" y="632655"/>
              <a:ext cx="27834" cy="4044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"/>
                <a:gd name="f7" fmla="val 21"/>
                <a:gd name="f8" fmla="val 18"/>
                <a:gd name="f9" fmla="val 11"/>
                <a:gd name="f10" fmla="val 7"/>
                <a:gd name="f11" fmla="val 3"/>
                <a:gd name="f12" fmla="val 10"/>
                <a:gd name="f13" fmla="+- 0 0 -90"/>
                <a:gd name="f14" fmla="*/ f3 1 14"/>
                <a:gd name="f15" fmla="*/ f4 1 21"/>
                <a:gd name="f16" fmla="val f5"/>
                <a:gd name="f17" fmla="val f6"/>
                <a:gd name="f18" fmla="val f7"/>
                <a:gd name="f19" fmla="*/ f13 f0 1"/>
                <a:gd name="f20" fmla="+- f18 0 f16"/>
                <a:gd name="f21" fmla="+- f17 0 f16"/>
                <a:gd name="f22" fmla="*/ f19 1 f2"/>
                <a:gd name="f23" fmla="*/ f21 1 14"/>
                <a:gd name="f24" fmla="*/ f20 1 21"/>
                <a:gd name="f25" fmla="*/ 14 f21 1"/>
                <a:gd name="f26" fmla="*/ 14 f20 1"/>
                <a:gd name="f27" fmla="*/ 7 f21 1"/>
                <a:gd name="f28" fmla="*/ 21 f20 1"/>
                <a:gd name="f29" fmla="*/ 0 f21 1"/>
                <a:gd name="f30" fmla="*/ 11 f21 1"/>
                <a:gd name="f31" fmla="*/ 0 f20 1"/>
                <a:gd name="f32" fmla="+- f22 0 f1"/>
                <a:gd name="f33" fmla="*/ f25 1 14"/>
                <a:gd name="f34" fmla="*/ f26 1 21"/>
                <a:gd name="f35" fmla="*/ f27 1 14"/>
                <a:gd name="f36" fmla="*/ f28 1 21"/>
                <a:gd name="f37" fmla="*/ f29 1 14"/>
                <a:gd name="f38" fmla="*/ f30 1 14"/>
                <a:gd name="f39" fmla="*/ f31 1 21"/>
                <a:gd name="f40" fmla="*/ 0 1 f23"/>
                <a:gd name="f41" fmla="*/ f17 1 f23"/>
                <a:gd name="f42" fmla="*/ 0 1 f24"/>
                <a:gd name="f43" fmla="*/ f18 1 f24"/>
                <a:gd name="f44" fmla="*/ f33 1 f23"/>
                <a:gd name="f45" fmla="*/ f34 1 f24"/>
                <a:gd name="f46" fmla="*/ f35 1 f23"/>
                <a:gd name="f47" fmla="*/ f36 1 f24"/>
                <a:gd name="f48" fmla="*/ f37 1 f23"/>
                <a:gd name="f49" fmla="*/ f38 1 f23"/>
                <a:gd name="f50" fmla="*/ f39 1 f24"/>
                <a:gd name="f51" fmla="*/ f40 f14 1"/>
                <a:gd name="f52" fmla="*/ f41 f14 1"/>
                <a:gd name="f53" fmla="*/ f43 f15 1"/>
                <a:gd name="f54" fmla="*/ f42 f15 1"/>
                <a:gd name="f55" fmla="*/ f44 f14 1"/>
                <a:gd name="f56" fmla="*/ f45 f15 1"/>
                <a:gd name="f57" fmla="*/ f46 f14 1"/>
                <a:gd name="f58" fmla="*/ f47 f15 1"/>
                <a:gd name="f59" fmla="*/ f48 f14 1"/>
                <a:gd name="f60" fmla="*/ f49 f14 1"/>
                <a:gd name="f61" fmla="*/ f50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5" y="f56"/>
                </a:cxn>
                <a:cxn ang="f32">
                  <a:pos x="f57" y="f58"/>
                </a:cxn>
                <a:cxn ang="f32">
                  <a:pos x="f59" y="f56"/>
                </a:cxn>
                <a:cxn ang="f32">
                  <a:pos x="f60" y="f61"/>
                </a:cxn>
                <a:cxn ang="f32">
                  <a:pos x="f55" y="f56"/>
                </a:cxn>
              </a:cxnLst>
              <a:rect l="f51" t="f54" r="f52" b="f53"/>
              <a:pathLst>
                <a:path w="14" h="21">
                  <a:moveTo>
                    <a:pt x="f6" y="f6"/>
                  </a:moveTo>
                  <a:cubicBezTo>
                    <a:pt x="f6" y="f8"/>
                    <a:pt x="f9" y="f7"/>
                    <a:pt x="f10" y="f7"/>
                  </a:cubicBezTo>
                  <a:cubicBezTo>
                    <a:pt x="f11" y="f7"/>
                    <a:pt x="f5" y="f8"/>
                    <a:pt x="f5" y="f6"/>
                  </a:cubicBezTo>
                  <a:cubicBezTo>
                    <a:pt x="f5" y="f12"/>
                    <a:pt x="f9" y="f5"/>
                    <a:pt x="f9" y="f5"/>
                  </a:cubicBezTo>
                  <a:cubicBezTo>
                    <a:pt x="f9" y="f5"/>
                    <a:pt x="f6" y="f12"/>
                    <a:pt x="f6" y="f6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83" name="Freeform 30">
              <a:extLst>
                <a:ext uri="{FF2B5EF4-FFF2-40B4-BE49-F238E27FC236}">
                  <a16:creationId xmlns:a16="http://schemas.microsoft.com/office/drawing/2014/main" id="{E7B9E2C2-0DF6-3CA8-A69C-A23832F397F7}"/>
                </a:ext>
              </a:extLst>
            </p:cNvPr>
            <p:cNvSpPr/>
            <p:nvPr/>
          </p:nvSpPr>
          <p:spPr>
            <a:xfrm>
              <a:off x="11841342" y="677222"/>
              <a:ext cx="27834" cy="371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"/>
                <a:gd name="f7" fmla="val 19"/>
                <a:gd name="f8" fmla="val 13"/>
                <a:gd name="f9" fmla="val 16"/>
                <a:gd name="f10" fmla="val 11"/>
                <a:gd name="f11" fmla="val 8"/>
                <a:gd name="f12" fmla="val 3"/>
                <a:gd name="f13" fmla="val 9"/>
                <a:gd name="f14" fmla="+- 0 0 -90"/>
                <a:gd name="f15" fmla="*/ f3 1 14"/>
                <a:gd name="f16" fmla="*/ f4 1 19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14"/>
                <a:gd name="f25" fmla="*/ f21 1 19"/>
                <a:gd name="f26" fmla="*/ 14 f22 1"/>
                <a:gd name="f27" fmla="*/ 13 f21 1"/>
                <a:gd name="f28" fmla="*/ 8 f22 1"/>
                <a:gd name="f29" fmla="*/ 19 f21 1"/>
                <a:gd name="f30" fmla="*/ 0 f22 1"/>
                <a:gd name="f31" fmla="*/ 11 f22 1"/>
                <a:gd name="f32" fmla="*/ 0 f21 1"/>
                <a:gd name="f33" fmla="+- f23 0 f1"/>
                <a:gd name="f34" fmla="*/ f26 1 14"/>
                <a:gd name="f35" fmla="*/ f27 1 19"/>
                <a:gd name="f36" fmla="*/ f28 1 14"/>
                <a:gd name="f37" fmla="*/ f29 1 19"/>
                <a:gd name="f38" fmla="*/ f30 1 14"/>
                <a:gd name="f39" fmla="*/ f31 1 14"/>
                <a:gd name="f40" fmla="*/ f32 1 19"/>
                <a:gd name="f41" fmla="*/ 0 1 f24"/>
                <a:gd name="f42" fmla="*/ f18 1 f24"/>
                <a:gd name="f43" fmla="*/ 0 1 f25"/>
                <a:gd name="f44" fmla="*/ f19 1 f25"/>
                <a:gd name="f45" fmla="*/ f34 1 f24"/>
                <a:gd name="f46" fmla="*/ f35 1 f25"/>
                <a:gd name="f47" fmla="*/ f36 1 f24"/>
                <a:gd name="f48" fmla="*/ f37 1 f25"/>
                <a:gd name="f49" fmla="*/ f38 1 f24"/>
                <a:gd name="f50" fmla="*/ f39 1 f24"/>
                <a:gd name="f51" fmla="*/ f40 1 f25"/>
                <a:gd name="f52" fmla="*/ f41 f15 1"/>
                <a:gd name="f53" fmla="*/ f42 f15 1"/>
                <a:gd name="f54" fmla="*/ f44 f16 1"/>
                <a:gd name="f55" fmla="*/ f43 f16 1"/>
                <a:gd name="f56" fmla="*/ f45 f15 1"/>
                <a:gd name="f57" fmla="*/ f46 f16 1"/>
                <a:gd name="f58" fmla="*/ f47 f15 1"/>
                <a:gd name="f59" fmla="*/ f48 f16 1"/>
                <a:gd name="f60" fmla="*/ f49 f15 1"/>
                <a:gd name="f61" fmla="*/ f50 f15 1"/>
                <a:gd name="f62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57"/>
                </a:cxn>
                <a:cxn ang="f33">
                  <a:pos x="f58" y="f59"/>
                </a:cxn>
                <a:cxn ang="f33">
                  <a:pos x="f60" y="f57"/>
                </a:cxn>
                <a:cxn ang="f33">
                  <a:pos x="f61" y="f62"/>
                </a:cxn>
                <a:cxn ang="f33">
                  <a:pos x="f56" y="f57"/>
                </a:cxn>
              </a:cxnLst>
              <a:rect l="f52" t="f55" r="f53" b="f54"/>
              <a:pathLst>
                <a:path w="14" h="1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0" y="f5"/>
                    <a:pt x="f10" y="f5"/>
                  </a:cubicBezTo>
                  <a:cubicBezTo>
                    <a:pt x="f10" y="f5"/>
                    <a:pt x="f6" y="f13"/>
                    <a:pt x="f6" y="f8"/>
                  </a:cubicBezTo>
                </a:path>
              </a:pathLst>
            </a:custGeom>
            <a:noFill/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  <p:sp>
          <p:nvSpPr>
            <p:cNvPr id="84" name="Freeform 31">
              <a:extLst>
                <a:ext uri="{FF2B5EF4-FFF2-40B4-BE49-F238E27FC236}">
                  <a16:creationId xmlns:a16="http://schemas.microsoft.com/office/drawing/2014/main" id="{5492F968-48DA-BAC2-DDE2-32E1A9C5D8E2}"/>
                </a:ext>
              </a:extLst>
            </p:cNvPr>
            <p:cNvSpPr/>
            <p:nvPr/>
          </p:nvSpPr>
          <p:spPr>
            <a:xfrm>
              <a:off x="11744343" y="427975"/>
              <a:ext cx="278361" cy="20798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"/>
                <a:gd name="f7" fmla="val 107"/>
                <a:gd name="f8" fmla="val 104"/>
                <a:gd name="f9" fmla="val 21"/>
                <a:gd name="f10" fmla="val 93"/>
                <a:gd name="f11" fmla="val 1"/>
                <a:gd name="f12" fmla="val 74"/>
                <a:gd name="f13" fmla="val 55"/>
                <a:gd name="f14" fmla="val 45"/>
                <a:gd name="f15" fmla="val 19"/>
                <a:gd name="f16" fmla="val 8"/>
                <a:gd name="f17" fmla="val 29"/>
                <a:gd name="f18" fmla="val 4"/>
                <a:gd name="f19" fmla="val 47"/>
                <a:gd name="f20" fmla="val 64"/>
                <a:gd name="f21" fmla="val 20"/>
                <a:gd name="f22" fmla="val 73"/>
                <a:gd name="f23" fmla="val 78"/>
                <a:gd name="f24" fmla="val 35"/>
                <a:gd name="f25" fmla="val 89"/>
                <a:gd name="f26" fmla="val 50"/>
                <a:gd name="f27" fmla="val 101"/>
                <a:gd name="f28" fmla="val 66"/>
                <a:gd name="f29" fmla="val 88"/>
                <a:gd name="f30" fmla="val 98"/>
                <a:gd name="f31" fmla="val 96"/>
                <a:gd name="f32" fmla="val 117"/>
                <a:gd name="f33" fmla="val 94"/>
                <a:gd name="f34" fmla="val 121"/>
                <a:gd name="f35" fmla="val 70"/>
                <a:gd name="f36" fmla="val 138"/>
                <a:gd name="f37" fmla="val 42"/>
                <a:gd name="f38" fmla="val 136"/>
                <a:gd name="f39" fmla="val 102"/>
                <a:gd name="f40" fmla="val 69"/>
                <a:gd name="f41" fmla="val 111"/>
                <a:gd name="f42" fmla="val 91"/>
                <a:gd name="f43" fmla="val 80"/>
                <a:gd name="f44" fmla="val 22"/>
                <a:gd name="f45" fmla="val 56"/>
                <a:gd name="f46" fmla="val 7"/>
                <a:gd name="f47" fmla="val 60"/>
                <a:gd name="f48" fmla="val 15"/>
                <a:gd name="f49" fmla="val 28"/>
                <a:gd name="f50" fmla="val 18"/>
                <a:gd name="f51" fmla="val 33"/>
                <a:gd name="f52" fmla="val 53"/>
                <a:gd name="f53" fmla="val 23"/>
                <a:gd name="f54" fmla="val 16"/>
                <a:gd name="f55" fmla="val 13"/>
                <a:gd name="f56" fmla="val 9"/>
                <a:gd name="f57" fmla="val 105"/>
                <a:gd name="f58" fmla="val 31"/>
                <a:gd name="f59" fmla="val 26"/>
                <a:gd name="f60" fmla="val 128"/>
                <a:gd name="f61" fmla="val 131"/>
                <a:gd name="f62" fmla="val 134"/>
                <a:gd name="f63" fmla="+- 0 0 -90"/>
                <a:gd name="f64" fmla="*/ f3 1 140"/>
                <a:gd name="f65" fmla="*/ f4 1 107"/>
                <a:gd name="f66" fmla="val f5"/>
                <a:gd name="f67" fmla="val f6"/>
                <a:gd name="f68" fmla="val f7"/>
                <a:gd name="f69" fmla="*/ f63 f0 1"/>
                <a:gd name="f70" fmla="+- f68 0 f66"/>
                <a:gd name="f71" fmla="+- f67 0 f66"/>
                <a:gd name="f72" fmla="*/ f69 1 f2"/>
                <a:gd name="f73" fmla="*/ f71 1 140"/>
                <a:gd name="f74" fmla="*/ f70 1 107"/>
                <a:gd name="f75" fmla="*/ 104 f71 1"/>
                <a:gd name="f76" fmla="*/ 21 f70 1"/>
                <a:gd name="f77" fmla="*/ 74 f71 1"/>
                <a:gd name="f78" fmla="*/ 1 f70 1"/>
                <a:gd name="f79" fmla="*/ 45 f71 1"/>
                <a:gd name="f80" fmla="*/ 4 f71 1"/>
                <a:gd name="f81" fmla="*/ 47 f70 1"/>
                <a:gd name="f82" fmla="*/ 20 f71 1"/>
                <a:gd name="f83" fmla="*/ 73 f70 1"/>
                <a:gd name="f84" fmla="*/ 35 f71 1"/>
                <a:gd name="f85" fmla="*/ 89 f70 1"/>
                <a:gd name="f86" fmla="*/ 66 f71 1"/>
                <a:gd name="f87" fmla="*/ 88 f70 1"/>
                <a:gd name="f88" fmla="*/ 96 f71 1"/>
                <a:gd name="f89" fmla="*/ 96 f70 1"/>
                <a:gd name="f90" fmla="*/ 121 f71 1"/>
                <a:gd name="f91" fmla="*/ 70 f70 1"/>
                <a:gd name="f92" fmla="*/ 138 f71 1"/>
                <a:gd name="f93" fmla="*/ 42 f70 1"/>
                <a:gd name="f94" fmla="*/ 102 f71 1"/>
                <a:gd name="f95" fmla="*/ 69 f70 1"/>
                <a:gd name="f96" fmla="*/ 111 f71 1"/>
                <a:gd name="f97" fmla="*/ 80 f70 1"/>
                <a:gd name="f98" fmla="*/ 22 f71 1"/>
                <a:gd name="f99" fmla="*/ 56 f70 1"/>
                <a:gd name="f100" fmla="*/ 19 f71 1"/>
                <a:gd name="f101" fmla="*/ 66 f70 1"/>
                <a:gd name="f102" fmla="*/ 15 f71 1"/>
                <a:gd name="f103" fmla="*/ 60 f71 1"/>
                <a:gd name="f104" fmla="*/ 33 f70 1"/>
                <a:gd name="f105" fmla="*/ 53 f71 1"/>
                <a:gd name="f106" fmla="*/ 23 f70 1"/>
                <a:gd name="f107" fmla="*/ 73 f71 1"/>
                <a:gd name="f108" fmla="*/ 13 f70 1"/>
                <a:gd name="f109" fmla="*/ 105 f71 1"/>
                <a:gd name="f110" fmla="*/ 31 f70 1"/>
                <a:gd name="f111" fmla="*/ 26 f70 1"/>
                <a:gd name="f112" fmla="*/ 131 f71 1"/>
                <a:gd name="f113" fmla="*/ 45 f70 1"/>
                <a:gd name="f114" fmla="+- f72 0 f1"/>
                <a:gd name="f115" fmla="*/ f75 1 140"/>
                <a:gd name="f116" fmla="*/ f76 1 107"/>
                <a:gd name="f117" fmla="*/ f77 1 140"/>
                <a:gd name="f118" fmla="*/ f78 1 107"/>
                <a:gd name="f119" fmla="*/ f79 1 140"/>
                <a:gd name="f120" fmla="*/ f80 1 140"/>
                <a:gd name="f121" fmla="*/ f81 1 107"/>
                <a:gd name="f122" fmla="*/ f82 1 140"/>
                <a:gd name="f123" fmla="*/ f83 1 107"/>
                <a:gd name="f124" fmla="*/ f84 1 140"/>
                <a:gd name="f125" fmla="*/ f85 1 107"/>
                <a:gd name="f126" fmla="*/ f86 1 140"/>
                <a:gd name="f127" fmla="*/ f87 1 107"/>
                <a:gd name="f128" fmla="*/ f88 1 140"/>
                <a:gd name="f129" fmla="*/ f89 1 107"/>
                <a:gd name="f130" fmla="*/ f90 1 140"/>
                <a:gd name="f131" fmla="*/ f91 1 107"/>
                <a:gd name="f132" fmla="*/ f92 1 140"/>
                <a:gd name="f133" fmla="*/ f93 1 107"/>
                <a:gd name="f134" fmla="*/ f94 1 140"/>
                <a:gd name="f135" fmla="*/ f95 1 107"/>
                <a:gd name="f136" fmla="*/ f96 1 140"/>
                <a:gd name="f137" fmla="*/ f97 1 107"/>
                <a:gd name="f138" fmla="*/ f98 1 140"/>
                <a:gd name="f139" fmla="*/ f99 1 107"/>
                <a:gd name="f140" fmla="*/ f100 1 140"/>
                <a:gd name="f141" fmla="*/ f101 1 107"/>
                <a:gd name="f142" fmla="*/ f102 1 140"/>
                <a:gd name="f143" fmla="*/ f103 1 140"/>
                <a:gd name="f144" fmla="*/ f104 1 107"/>
                <a:gd name="f145" fmla="*/ f105 1 140"/>
                <a:gd name="f146" fmla="*/ f106 1 107"/>
                <a:gd name="f147" fmla="*/ f107 1 140"/>
                <a:gd name="f148" fmla="*/ f108 1 107"/>
                <a:gd name="f149" fmla="*/ f109 1 140"/>
                <a:gd name="f150" fmla="*/ f110 1 107"/>
                <a:gd name="f151" fmla="*/ f111 1 107"/>
                <a:gd name="f152" fmla="*/ f112 1 140"/>
                <a:gd name="f153" fmla="*/ f113 1 107"/>
                <a:gd name="f154" fmla="*/ 0 1 f73"/>
                <a:gd name="f155" fmla="*/ f67 1 f73"/>
                <a:gd name="f156" fmla="*/ 0 1 f74"/>
                <a:gd name="f157" fmla="*/ f68 1 f74"/>
                <a:gd name="f158" fmla="*/ f115 1 f73"/>
                <a:gd name="f159" fmla="*/ f116 1 f74"/>
                <a:gd name="f160" fmla="*/ f117 1 f73"/>
                <a:gd name="f161" fmla="*/ f118 1 f74"/>
                <a:gd name="f162" fmla="*/ f119 1 f73"/>
                <a:gd name="f163" fmla="*/ f120 1 f73"/>
                <a:gd name="f164" fmla="*/ f121 1 f74"/>
                <a:gd name="f165" fmla="*/ f122 1 f73"/>
                <a:gd name="f166" fmla="*/ f123 1 f74"/>
                <a:gd name="f167" fmla="*/ f124 1 f73"/>
                <a:gd name="f168" fmla="*/ f125 1 f74"/>
                <a:gd name="f169" fmla="*/ f126 1 f73"/>
                <a:gd name="f170" fmla="*/ f127 1 f74"/>
                <a:gd name="f171" fmla="*/ f128 1 f73"/>
                <a:gd name="f172" fmla="*/ f129 1 f74"/>
                <a:gd name="f173" fmla="*/ f130 1 f73"/>
                <a:gd name="f174" fmla="*/ f131 1 f74"/>
                <a:gd name="f175" fmla="*/ f132 1 f73"/>
                <a:gd name="f176" fmla="*/ f133 1 f74"/>
                <a:gd name="f177" fmla="*/ f134 1 f73"/>
                <a:gd name="f178" fmla="*/ f135 1 f74"/>
                <a:gd name="f179" fmla="*/ f136 1 f73"/>
                <a:gd name="f180" fmla="*/ f137 1 f74"/>
                <a:gd name="f181" fmla="*/ f138 1 f73"/>
                <a:gd name="f182" fmla="*/ f139 1 f74"/>
                <a:gd name="f183" fmla="*/ f140 1 f73"/>
                <a:gd name="f184" fmla="*/ f141 1 f74"/>
                <a:gd name="f185" fmla="*/ f142 1 f73"/>
                <a:gd name="f186" fmla="*/ f143 1 f73"/>
                <a:gd name="f187" fmla="*/ f144 1 f74"/>
                <a:gd name="f188" fmla="*/ f145 1 f73"/>
                <a:gd name="f189" fmla="*/ f146 1 f74"/>
                <a:gd name="f190" fmla="*/ f147 1 f73"/>
                <a:gd name="f191" fmla="*/ f148 1 f74"/>
                <a:gd name="f192" fmla="*/ f149 1 f73"/>
                <a:gd name="f193" fmla="*/ f150 1 f74"/>
                <a:gd name="f194" fmla="*/ f151 1 f74"/>
                <a:gd name="f195" fmla="*/ f152 1 f73"/>
                <a:gd name="f196" fmla="*/ f153 1 f74"/>
                <a:gd name="f197" fmla="*/ f154 f64 1"/>
                <a:gd name="f198" fmla="*/ f155 f64 1"/>
                <a:gd name="f199" fmla="*/ f157 f65 1"/>
                <a:gd name="f200" fmla="*/ f156 f65 1"/>
                <a:gd name="f201" fmla="*/ f158 f64 1"/>
                <a:gd name="f202" fmla="*/ f159 f65 1"/>
                <a:gd name="f203" fmla="*/ f160 f64 1"/>
                <a:gd name="f204" fmla="*/ f161 f65 1"/>
                <a:gd name="f205" fmla="*/ f162 f64 1"/>
                <a:gd name="f206" fmla="*/ f163 f64 1"/>
                <a:gd name="f207" fmla="*/ f164 f65 1"/>
                <a:gd name="f208" fmla="*/ f165 f64 1"/>
                <a:gd name="f209" fmla="*/ f166 f65 1"/>
                <a:gd name="f210" fmla="*/ f167 f64 1"/>
                <a:gd name="f211" fmla="*/ f168 f65 1"/>
                <a:gd name="f212" fmla="*/ f169 f64 1"/>
                <a:gd name="f213" fmla="*/ f170 f65 1"/>
                <a:gd name="f214" fmla="*/ f171 f64 1"/>
                <a:gd name="f215" fmla="*/ f172 f65 1"/>
                <a:gd name="f216" fmla="*/ f173 f64 1"/>
                <a:gd name="f217" fmla="*/ f174 f65 1"/>
                <a:gd name="f218" fmla="*/ f175 f64 1"/>
                <a:gd name="f219" fmla="*/ f176 f65 1"/>
                <a:gd name="f220" fmla="*/ f177 f64 1"/>
                <a:gd name="f221" fmla="*/ f178 f65 1"/>
                <a:gd name="f222" fmla="*/ f179 f64 1"/>
                <a:gd name="f223" fmla="*/ f180 f65 1"/>
                <a:gd name="f224" fmla="*/ f181 f64 1"/>
                <a:gd name="f225" fmla="*/ f182 f65 1"/>
                <a:gd name="f226" fmla="*/ f183 f64 1"/>
                <a:gd name="f227" fmla="*/ f184 f65 1"/>
                <a:gd name="f228" fmla="*/ f185 f64 1"/>
                <a:gd name="f229" fmla="*/ f186 f64 1"/>
                <a:gd name="f230" fmla="*/ f187 f65 1"/>
                <a:gd name="f231" fmla="*/ f188 f64 1"/>
                <a:gd name="f232" fmla="*/ f189 f65 1"/>
                <a:gd name="f233" fmla="*/ f190 f64 1"/>
                <a:gd name="f234" fmla="*/ f191 f65 1"/>
                <a:gd name="f235" fmla="*/ f192 f64 1"/>
                <a:gd name="f236" fmla="*/ f193 f65 1"/>
                <a:gd name="f237" fmla="*/ f194 f65 1"/>
                <a:gd name="f238" fmla="*/ f195 f64 1"/>
                <a:gd name="f239" fmla="*/ f196 f6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4">
                  <a:pos x="f201" y="f202"/>
                </a:cxn>
                <a:cxn ang="f114">
                  <a:pos x="f203" y="f204"/>
                </a:cxn>
                <a:cxn ang="f114">
                  <a:pos x="f205" y="f202"/>
                </a:cxn>
                <a:cxn ang="f114">
                  <a:pos x="f206" y="f207"/>
                </a:cxn>
                <a:cxn ang="f114">
                  <a:pos x="f208" y="f209"/>
                </a:cxn>
                <a:cxn ang="f114">
                  <a:pos x="f210" y="f211"/>
                </a:cxn>
                <a:cxn ang="f114">
                  <a:pos x="f212" y="f213"/>
                </a:cxn>
                <a:cxn ang="f114">
                  <a:pos x="f214" y="f215"/>
                </a:cxn>
                <a:cxn ang="f114">
                  <a:pos x="f216" y="f217"/>
                </a:cxn>
                <a:cxn ang="f114">
                  <a:pos x="f218" y="f219"/>
                </a:cxn>
                <a:cxn ang="f114">
                  <a:pos x="f201" y="f202"/>
                </a:cxn>
                <a:cxn ang="f114">
                  <a:pos x="f220" y="f221"/>
                </a:cxn>
                <a:cxn ang="f114">
                  <a:pos x="f222" y="f217"/>
                </a:cxn>
                <a:cxn ang="f114">
                  <a:pos x="f212" y="f223"/>
                </a:cxn>
                <a:cxn ang="f114">
                  <a:pos x="f224" y="f225"/>
                </a:cxn>
                <a:cxn ang="f114">
                  <a:pos x="f226" y="f227"/>
                </a:cxn>
                <a:cxn ang="f114">
                  <a:pos x="f228" y="f219"/>
                </a:cxn>
                <a:cxn ang="f114">
                  <a:pos x="f229" y="f230"/>
                </a:cxn>
                <a:cxn ang="f114">
                  <a:pos x="f231" y="f232"/>
                </a:cxn>
                <a:cxn ang="f114">
                  <a:pos x="f233" y="f234"/>
                </a:cxn>
                <a:cxn ang="f114">
                  <a:pos x="f235" y="f236"/>
                </a:cxn>
                <a:cxn ang="f114">
                  <a:pos x="f235" y="f237"/>
                </a:cxn>
                <a:cxn ang="f114">
                  <a:pos x="f238" y="f239"/>
                </a:cxn>
                <a:cxn ang="f114">
                  <a:pos x="f220" y="f221"/>
                </a:cxn>
              </a:cxnLst>
              <a:rect l="f197" t="f200" r="f198" b="f199"/>
              <a:pathLst>
                <a:path w="140" h="107">
                  <a:moveTo>
                    <a:pt x="f8" y="f9"/>
                  </a:moveTo>
                  <a:cubicBezTo>
                    <a:pt x="f8" y="f9"/>
                    <a:pt x="f10" y="f11"/>
                    <a:pt x="f12" y="f11"/>
                  </a:cubicBezTo>
                  <a:cubicBezTo>
                    <a:pt x="f13" y="f5"/>
                    <a:pt x="f14" y="f9"/>
                    <a:pt x="f14" y="f9"/>
                  </a:cubicBezTo>
                  <a:cubicBezTo>
                    <a:pt x="f15" y="f9"/>
                    <a:pt x="f16" y="f17"/>
                    <a:pt x="f18" y="f19"/>
                  </a:cubicBezTo>
                  <a:cubicBezTo>
                    <a:pt x="f5" y="f20"/>
                    <a:pt x="f21" y="f22"/>
                    <a:pt x="f21" y="f22"/>
                  </a:cubicBezTo>
                  <a:cubicBezTo>
                    <a:pt x="f21" y="f22"/>
                    <a:pt x="f9" y="f23"/>
                    <a:pt x="f24" y="f25"/>
                  </a:cubicBezTo>
                  <a:cubicBezTo>
                    <a:pt x="f26" y="f27"/>
                    <a:pt x="f28" y="f29"/>
                    <a:pt x="f28" y="f29"/>
                  </a:cubicBezTo>
                  <a:cubicBezTo>
                    <a:pt x="f28" y="f29"/>
                    <a:pt x="f12" y="f30"/>
                    <a:pt x="f31" y="f31"/>
                  </a:cubicBezTo>
                  <a:cubicBezTo>
                    <a:pt x="f32" y="f33"/>
                    <a:pt x="f34" y="f35"/>
                    <a:pt x="f34" y="f35"/>
                  </a:cubicBezTo>
                  <a:cubicBezTo>
                    <a:pt x="f34" y="f35"/>
                    <a:pt x="f6" y="f20"/>
                    <a:pt x="f36" y="f37"/>
                  </a:cubicBezTo>
                  <a:cubicBezTo>
                    <a:pt x="f38" y="f21"/>
                    <a:pt x="f8" y="f9"/>
                    <a:pt x="f8" y="f9"/>
                  </a:cubicBezTo>
                  <a:close/>
                  <a:moveTo>
                    <a:pt x="f39" y="f40"/>
                  </a:moveTo>
                  <a:cubicBezTo>
                    <a:pt x="f41" y="f35"/>
                    <a:pt x="f41" y="f35"/>
                    <a:pt x="f41" y="f35"/>
                  </a:cubicBezTo>
                  <a:cubicBezTo>
                    <a:pt x="f42" y="f7"/>
                    <a:pt x="f28" y="f43"/>
                    <a:pt x="f28" y="f43"/>
                  </a:cubicBezTo>
                  <a:cubicBezTo>
                    <a:pt x="f17" y="f31"/>
                    <a:pt x="f44" y="f45"/>
                    <a:pt x="f44" y="f45"/>
                  </a:cubicBezTo>
                  <a:cubicBezTo>
                    <a:pt x="f15" y="f28"/>
                    <a:pt x="f15" y="f28"/>
                    <a:pt x="f15" y="f28"/>
                  </a:cubicBezTo>
                  <a:cubicBezTo>
                    <a:pt x="f15" y="f28"/>
                    <a:pt x="f46" y="f47"/>
                    <a:pt x="f48" y="f37"/>
                  </a:cubicBezTo>
                  <a:cubicBezTo>
                    <a:pt x="f49" y="f50"/>
                    <a:pt x="f47" y="f51"/>
                    <a:pt x="f47" y="f51"/>
                  </a:cubicBezTo>
                  <a:cubicBezTo>
                    <a:pt x="f52" y="f53"/>
                    <a:pt x="f52" y="f53"/>
                    <a:pt x="f52" y="f53"/>
                  </a:cubicBezTo>
                  <a:cubicBezTo>
                    <a:pt x="f52" y="f53"/>
                    <a:pt x="f45" y="f54"/>
                    <a:pt x="f22" y="f55"/>
                  </a:cubicBezTo>
                  <a:cubicBezTo>
                    <a:pt x="f42" y="f56"/>
                    <a:pt x="f57" y="f58"/>
                    <a:pt x="f57" y="f58"/>
                  </a:cubicBezTo>
                  <a:cubicBezTo>
                    <a:pt x="f57" y="f59"/>
                    <a:pt x="f57" y="f59"/>
                    <a:pt x="f57" y="f59"/>
                  </a:cubicBezTo>
                  <a:cubicBezTo>
                    <a:pt x="f57" y="f59"/>
                    <a:pt x="f60" y="f49"/>
                    <a:pt x="f61" y="f14"/>
                  </a:cubicBezTo>
                  <a:cubicBezTo>
                    <a:pt x="f62" y="f20"/>
                    <a:pt x="f39" y="f40"/>
                    <a:pt x="f39" y="f40"/>
                  </a:cubicBezTo>
                  <a:close/>
                </a:path>
              </a:pathLst>
            </a:custGeom>
            <a:solidFill>
              <a:srgbClr val="336828"/>
            </a:solidFill>
            <a:ln w="9528" cap="flat">
              <a:solidFill>
                <a:srgbClr val="336828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endParaRPr>
            </a:p>
          </p:txBody>
        </p:sp>
      </p:grpSp>
      <p:sp>
        <p:nvSpPr>
          <p:cNvPr id="85" name="Rectangle 168">
            <a:extLst>
              <a:ext uri="{FF2B5EF4-FFF2-40B4-BE49-F238E27FC236}">
                <a16:creationId xmlns:a16="http://schemas.microsoft.com/office/drawing/2014/main" id="{7F2AFCF1-BD4C-243E-8EBC-B453A5D3CBA2}"/>
              </a:ext>
            </a:extLst>
          </p:cNvPr>
          <p:cNvSpPr/>
          <p:nvPr/>
        </p:nvSpPr>
        <p:spPr>
          <a:xfrm>
            <a:off x="10753344" y="343329"/>
            <a:ext cx="483891" cy="401750"/>
          </a:xfrm>
          <a:prstGeom prst="rect">
            <a:avLst/>
          </a:prstGeom>
          <a:noFill/>
          <a:ln w="3172" cap="flat">
            <a:solidFill>
              <a:srgbClr val="FF0000"/>
            </a:solidFill>
            <a:prstDash val="solid"/>
            <a:miter/>
          </a:ln>
        </p:spPr>
        <p:txBody>
          <a:bodyPr vert="horz" wrap="square" lIns="35999" tIns="35999" rIns="35999" bIns="35999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86" name="Freeform 31">
            <a:extLst>
              <a:ext uri="{FF2B5EF4-FFF2-40B4-BE49-F238E27FC236}">
                <a16:creationId xmlns:a16="http://schemas.microsoft.com/office/drawing/2014/main" id="{F929D0AD-BB7A-009C-D37F-8780364B2AA0}"/>
              </a:ext>
            </a:extLst>
          </p:cNvPr>
          <p:cNvSpPr/>
          <p:nvPr/>
        </p:nvSpPr>
        <p:spPr>
          <a:xfrm>
            <a:off x="11302742" y="428871"/>
            <a:ext cx="319207" cy="19446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40"/>
              <a:gd name="f7" fmla="val 107"/>
              <a:gd name="f8" fmla="val 104"/>
              <a:gd name="f9" fmla="val 21"/>
              <a:gd name="f10" fmla="val 93"/>
              <a:gd name="f11" fmla="val 1"/>
              <a:gd name="f12" fmla="val 74"/>
              <a:gd name="f13" fmla="val 55"/>
              <a:gd name="f14" fmla="val 45"/>
              <a:gd name="f15" fmla="val 19"/>
              <a:gd name="f16" fmla="val 8"/>
              <a:gd name="f17" fmla="val 29"/>
              <a:gd name="f18" fmla="val 4"/>
              <a:gd name="f19" fmla="val 47"/>
              <a:gd name="f20" fmla="val 64"/>
              <a:gd name="f21" fmla="val 20"/>
              <a:gd name="f22" fmla="val 73"/>
              <a:gd name="f23" fmla="val 78"/>
              <a:gd name="f24" fmla="val 35"/>
              <a:gd name="f25" fmla="val 89"/>
              <a:gd name="f26" fmla="val 50"/>
              <a:gd name="f27" fmla="val 101"/>
              <a:gd name="f28" fmla="val 66"/>
              <a:gd name="f29" fmla="val 88"/>
              <a:gd name="f30" fmla="val 98"/>
              <a:gd name="f31" fmla="val 96"/>
              <a:gd name="f32" fmla="val 117"/>
              <a:gd name="f33" fmla="val 94"/>
              <a:gd name="f34" fmla="val 121"/>
              <a:gd name="f35" fmla="val 70"/>
              <a:gd name="f36" fmla="val 138"/>
              <a:gd name="f37" fmla="val 42"/>
              <a:gd name="f38" fmla="val 136"/>
              <a:gd name="f39" fmla="val 102"/>
              <a:gd name="f40" fmla="val 69"/>
              <a:gd name="f41" fmla="val 111"/>
              <a:gd name="f42" fmla="val 91"/>
              <a:gd name="f43" fmla="val 80"/>
              <a:gd name="f44" fmla="val 22"/>
              <a:gd name="f45" fmla="val 56"/>
              <a:gd name="f46" fmla="val 7"/>
              <a:gd name="f47" fmla="val 60"/>
              <a:gd name="f48" fmla="val 15"/>
              <a:gd name="f49" fmla="val 28"/>
              <a:gd name="f50" fmla="val 18"/>
              <a:gd name="f51" fmla="val 33"/>
              <a:gd name="f52" fmla="val 53"/>
              <a:gd name="f53" fmla="val 23"/>
              <a:gd name="f54" fmla="val 16"/>
              <a:gd name="f55" fmla="val 13"/>
              <a:gd name="f56" fmla="val 9"/>
              <a:gd name="f57" fmla="val 105"/>
              <a:gd name="f58" fmla="val 31"/>
              <a:gd name="f59" fmla="val 26"/>
              <a:gd name="f60" fmla="val 128"/>
              <a:gd name="f61" fmla="val 131"/>
              <a:gd name="f62" fmla="val 134"/>
              <a:gd name="f63" fmla="+- 0 0 -90"/>
              <a:gd name="f64" fmla="*/ f3 1 140"/>
              <a:gd name="f65" fmla="*/ f4 1 107"/>
              <a:gd name="f66" fmla="val f5"/>
              <a:gd name="f67" fmla="val f6"/>
              <a:gd name="f68" fmla="val f7"/>
              <a:gd name="f69" fmla="*/ f63 f0 1"/>
              <a:gd name="f70" fmla="+- f68 0 f66"/>
              <a:gd name="f71" fmla="+- f67 0 f66"/>
              <a:gd name="f72" fmla="*/ f69 1 f2"/>
              <a:gd name="f73" fmla="*/ f71 1 140"/>
              <a:gd name="f74" fmla="*/ f70 1 107"/>
              <a:gd name="f75" fmla="*/ 104 f71 1"/>
              <a:gd name="f76" fmla="*/ 21 f70 1"/>
              <a:gd name="f77" fmla="*/ 74 f71 1"/>
              <a:gd name="f78" fmla="*/ 1 f70 1"/>
              <a:gd name="f79" fmla="*/ 45 f71 1"/>
              <a:gd name="f80" fmla="*/ 4 f71 1"/>
              <a:gd name="f81" fmla="*/ 47 f70 1"/>
              <a:gd name="f82" fmla="*/ 20 f71 1"/>
              <a:gd name="f83" fmla="*/ 73 f70 1"/>
              <a:gd name="f84" fmla="*/ 35 f71 1"/>
              <a:gd name="f85" fmla="*/ 89 f70 1"/>
              <a:gd name="f86" fmla="*/ 66 f71 1"/>
              <a:gd name="f87" fmla="*/ 88 f70 1"/>
              <a:gd name="f88" fmla="*/ 96 f71 1"/>
              <a:gd name="f89" fmla="*/ 96 f70 1"/>
              <a:gd name="f90" fmla="*/ 121 f71 1"/>
              <a:gd name="f91" fmla="*/ 70 f70 1"/>
              <a:gd name="f92" fmla="*/ 138 f71 1"/>
              <a:gd name="f93" fmla="*/ 42 f70 1"/>
              <a:gd name="f94" fmla="*/ 102 f71 1"/>
              <a:gd name="f95" fmla="*/ 69 f70 1"/>
              <a:gd name="f96" fmla="*/ 111 f71 1"/>
              <a:gd name="f97" fmla="*/ 80 f70 1"/>
              <a:gd name="f98" fmla="*/ 22 f71 1"/>
              <a:gd name="f99" fmla="*/ 56 f70 1"/>
              <a:gd name="f100" fmla="*/ 19 f71 1"/>
              <a:gd name="f101" fmla="*/ 66 f70 1"/>
              <a:gd name="f102" fmla="*/ 15 f71 1"/>
              <a:gd name="f103" fmla="*/ 60 f71 1"/>
              <a:gd name="f104" fmla="*/ 33 f70 1"/>
              <a:gd name="f105" fmla="*/ 53 f71 1"/>
              <a:gd name="f106" fmla="*/ 23 f70 1"/>
              <a:gd name="f107" fmla="*/ 73 f71 1"/>
              <a:gd name="f108" fmla="*/ 13 f70 1"/>
              <a:gd name="f109" fmla="*/ 105 f71 1"/>
              <a:gd name="f110" fmla="*/ 31 f70 1"/>
              <a:gd name="f111" fmla="*/ 26 f70 1"/>
              <a:gd name="f112" fmla="*/ 131 f71 1"/>
              <a:gd name="f113" fmla="*/ 45 f70 1"/>
              <a:gd name="f114" fmla="+- f72 0 f1"/>
              <a:gd name="f115" fmla="*/ f75 1 140"/>
              <a:gd name="f116" fmla="*/ f76 1 107"/>
              <a:gd name="f117" fmla="*/ f77 1 140"/>
              <a:gd name="f118" fmla="*/ f78 1 107"/>
              <a:gd name="f119" fmla="*/ f79 1 140"/>
              <a:gd name="f120" fmla="*/ f80 1 140"/>
              <a:gd name="f121" fmla="*/ f81 1 107"/>
              <a:gd name="f122" fmla="*/ f82 1 140"/>
              <a:gd name="f123" fmla="*/ f83 1 107"/>
              <a:gd name="f124" fmla="*/ f84 1 140"/>
              <a:gd name="f125" fmla="*/ f85 1 107"/>
              <a:gd name="f126" fmla="*/ f86 1 140"/>
              <a:gd name="f127" fmla="*/ f87 1 107"/>
              <a:gd name="f128" fmla="*/ f88 1 140"/>
              <a:gd name="f129" fmla="*/ f89 1 107"/>
              <a:gd name="f130" fmla="*/ f90 1 140"/>
              <a:gd name="f131" fmla="*/ f91 1 107"/>
              <a:gd name="f132" fmla="*/ f92 1 140"/>
              <a:gd name="f133" fmla="*/ f93 1 107"/>
              <a:gd name="f134" fmla="*/ f94 1 140"/>
              <a:gd name="f135" fmla="*/ f95 1 107"/>
              <a:gd name="f136" fmla="*/ f96 1 140"/>
              <a:gd name="f137" fmla="*/ f97 1 107"/>
              <a:gd name="f138" fmla="*/ f98 1 140"/>
              <a:gd name="f139" fmla="*/ f99 1 107"/>
              <a:gd name="f140" fmla="*/ f100 1 140"/>
              <a:gd name="f141" fmla="*/ f101 1 107"/>
              <a:gd name="f142" fmla="*/ f102 1 140"/>
              <a:gd name="f143" fmla="*/ f103 1 140"/>
              <a:gd name="f144" fmla="*/ f104 1 107"/>
              <a:gd name="f145" fmla="*/ f105 1 140"/>
              <a:gd name="f146" fmla="*/ f106 1 107"/>
              <a:gd name="f147" fmla="*/ f107 1 140"/>
              <a:gd name="f148" fmla="*/ f108 1 107"/>
              <a:gd name="f149" fmla="*/ f109 1 140"/>
              <a:gd name="f150" fmla="*/ f110 1 107"/>
              <a:gd name="f151" fmla="*/ f111 1 107"/>
              <a:gd name="f152" fmla="*/ f112 1 140"/>
              <a:gd name="f153" fmla="*/ f113 1 107"/>
              <a:gd name="f154" fmla="*/ 0 1 f73"/>
              <a:gd name="f155" fmla="*/ f67 1 f73"/>
              <a:gd name="f156" fmla="*/ 0 1 f74"/>
              <a:gd name="f157" fmla="*/ f68 1 f74"/>
              <a:gd name="f158" fmla="*/ f115 1 f73"/>
              <a:gd name="f159" fmla="*/ f116 1 f74"/>
              <a:gd name="f160" fmla="*/ f117 1 f73"/>
              <a:gd name="f161" fmla="*/ f118 1 f74"/>
              <a:gd name="f162" fmla="*/ f119 1 f73"/>
              <a:gd name="f163" fmla="*/ f120 1 f73"/>
              <a:gd name="f164" fmla="*/ f121 1 f74"/>
              <a:gd name="f165" fmla="*/ f122 1 f73"/>
              <a:gd name="f166" fmla="*/ f123 1 f74"/>
              <a:gd name="f167" fmla="*/ f124 1 f73"/>
              <a:gd name="f168" fmla="*/ f125 1 f74"/>
              <a:gd name="f169" fmla="*/ f126 1 f73"/>
              <a:gd name="f170" fmla="*/ f127 1 f74"/>
              <a:gd name="f171" fmla="*/ f128 1 f73"/>
              <a:gd name="f172" fmla="*/ f129 1 f74"/>
              <a:gd name="f173" fmla="*/ f130 1 f73"/>
              <a:gd name="f174" fmla="*/ f131 1 f74"/>
              <a:gd name="f175" fmla="*/ f132 1 f73"/>
              <a:gd name="f176" fmla="*/ f133 1 f74"/>
              <a:gd name="f177" fmla="*/ f134 1 f73"/>
              <a:gd name="f178" fmla="*/ f135 1 f74"/>
              <a:gd name="f179" fmla="*/ f136 1 f73"/>
              <a:gd name="f180" fmla="*/ f137 1 f74"/>
              <a:gd name="f181" fmla="*/ f138 1 f73"/>
              <a:gd name="f182" fmla="*/ f139 1 f74"/>
              <a:gd name="f183" fmla="*/ f140 1 f73"/>
              <a:gd name="f184" fmla="*/ f141 1 f74"/>
              <a:gd name="f185" fmla="*/ f142 1 f73"/>
              <a:gd name="f186" fmla="*/ f143 1 f73"/>
              <a:gd name="f187" fmla="*/ f144 1 f74"/>
              <a:gd name="f188" fmla="*/ f145 1 f73"/>
              <a:gd name="f189" fmla="*/ f146 1 f74"/>
              <a:gd name="f190" fmla="*/ f147 1 f73"/>
              <a:gd name="f191" fmla="*/ f148 1 f74"/>
              <a:gd name="f192" fmla="*/ f149 1 f73"/>
              <a:gd name="f193" fmla="*/ f150 1 f74"/>
              <a:gd name="f194" fmla="*/ f151 1 f74"/>
              <a:gd name="f195" fmla="*/ f152 1 f73"/>
              <a:gd name="f196" fmla="*/ f153 1 f74"/>
              <a:gd name="f197" fmla="*/ f154 f64 1"/>
              <a:gd name="f198" fmla="*/ f155 f64 1"/>
              <a:gd name="f199" fmla="*/ f157 f65 1"/>
              <a:gd name="f200" fmla="*/ f156 f65 1"/>
              <a:gd name="f201" fmla="*/ f158 f64 1"/>
              <a:gd name="f202" fmla="*/ f159 f65 1"/>
              <a:gd name="f203" fmla="*/ f160 f64 1"/>
              <a:gd name="f204" fmla="*/ f161 f65 1"/>
              <a:gd name="f205" fmla="*/ f162 f64 1"/>
              <a:gd name="f206" fmla="*/ f163 f64 1"/>
              <a:gd name="f207" fmla="*/ f164 f65 1"/>
              <a:gd name="f208" fmla="*/ f165 f64 1"/>
              <a:gd name="f209" fmla="*/ f166 f65 1"/>
              <a:gd name="f210" fmla="*/ f167 f64 1"/>
              <a:gd name="f211" fmla="*/ f168 f65 1"/>
              <a:gd name="f212" fmla="*/ f169 f64 1"/>
              <a:gd name="f213" fmla="*/ f170 f65 1"/>
              <a:gd name="f214" fmla="*/ f171 f64 1"/>
              <a:gd name="f215" fmla="*/ f172 f65 1"/>
              <a:gd name="f216" fmla="*/ f173 f64 1"/>
              <a:gd name="f217" fmla="*/ f174 f65 1"/>
              <a:gd name="f218" fmla="*/ f175 f64 1"/>
              <a:gd name="f219" fmla="*/ f176 f65 1"/>
              <a:gd name="f220" fmla="*/ f177 f64 1"/>
              <a:gd name="f221" fmla="*/ f178 f65 1"/>
              <a:gd name="f222" fmla="*/ f179 f64 1"/>
              <a:gd name="f223" fmla="*/ f180 f65 1"/>
              <a:gd name="f224" fmla="*/ f181 f64 1"/>
              <a:gd name="f225" fmla="*/ f182 f65 1"/>
              <a:gd name="f226" fmla="*/ f183 f64 1"/>
              <a:gd name="f227" fmla="*/ f184 f65 1"/>
              <a:gd name="f228" fmla="*/ f185 f64 1"/>
              <a:gd name="f229" fmla="*/ f186 f64 1"/>
              <a:gd name="f230" fmla="*/ f187 f65 1"/>
              <a:gd name="f231" fmla="*/ f188 f64 1"/>
              <a:gd name="f232" fmla="*/ f189 f65 1"/>
              <a:gd name="f233" fmla="*/ f190 f64 1"/>
              <a:gd name="f234" fmla="*/ f191 f65 1"/>
              <a:gd name="f235" fmla="*/ f192 f64 1"/>
              <a:gd name="f236" fmla="*/ f193 f65 1"/>
              <a:gd name="f237" fmla="*/ f194 f65 1"/>
              <a:gd name="f238" fmla="*/ f195 f64 1"/>
              <a:gd name="f239" fmla="*/ f196 f6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14">
                <a:pos x="f201" y="f202"/>
              </a:cxn>
              <a:cxn ang="f114">
                <a:pos x="f203" y="f204"/>
              </a:cxn>
              <a:cxn ang="f114">
                <a:pos x="f205" y="f202"/>
              </a:cxn>
              <a:cxn ang="f114">
                <a:pos x="f206" y="f207"/>
              </a:cxn>
              <a:cxn ang="f114">
                <a:pos x="f208" y="f209"/>
              </a:cxn>
              <a:cxn ang="f114">
                <a:pos x="f210" y="f211"/>
              </a:cxn>
              <a:cxn ang="f114">
                <a:pos x="f212" y="f213"/>
              </a:cxn>
              <a:cxn ang="f114">
                <a:pos x="f214" y="f215"/>
              </a:cxn>
              <a:cxn ang="f114">
                <a:pos x="f216" y="f217"/>
              </a:cxn>
              <a:cxn ang="f114">
                <a:pos x="f218" y="f219"/>
              </a:cxn>
              <a:cxn ang="f114">
                <a:pos x="f201" y="f202"/>
              </a:cxn>
              <a:cxn ang="f114">
                <a:pos x="f220" y="f221"/>
              </a:cxn>
              <a:cxn ang="f114">
                <a:pos x="f222" y="f217"/>
              </a:cxn>
              <a:cxn ang="f114">
                <a:pos x="f212" y="f223"/>
              </a:cxn>
              <a:cxn ang="f114">
                <a:pos x="f224" y="f225"/>
              </a:cxn>
              <a:cxn ang="f114">
                <a:pos x="f226" y="f227"/>
              </a:cxn>
              <a:cxn ang="f114">
                <a:pos x="f228" y="f219"/>
              </a:cxn>
              <a:cxn ang="f114">
                <a:pos x="f229" y="f230"/>
              </a:cxn>
              <a:cxn ang="f114">
                <a:pos x="f231" y="f232"/>
              </a:cxn>
              <a:cxn ang="f114">
                <a:pos x="f233" y="f234"/>
              </a:cxn>
              <a:cxn ang="f114">
                <a:pos x="f235" y="f236"/>
              </a:cxn>
              <a:cxn ang="f114">
                <a:pos x="f235" y="f237"/>
              </a:cxn>
              <a:cxn ang="f114">
                <a:pos x="f238" y="f239"/>
              </a:cxn>
              <a:cxn ang="f114">
                <a:pos x="f220" y="f221"/>
              </a:cxn>
            </a:cxnLst>
            <a:rect l="f197" t="f200" r="f198" b="f199"/>
            <a:pathLst>
              <a:path w="140" h="107">
                <a:moveTo>
                  <a:pt x="f8" y="f9"/>
                </a:moveTo>
                <a:cubicBezTo>
                  <a:pt x="f8" y="f9"/>
                  <a:pt x="f10" y="f11"/>
                  <a:pt x="f12" y="f11"/>
                </a:cubicBezTo>
                <a:cubicBezTo>
                  <a:pt x="f13" y="f5"/>
                  <a:pt x="f14" y="f9"/>
                  <a:pt x="f14" y="f9"/>
                </a:cubicBezTo>
                <a:cubicBezTo>
                  <a:pt x="f15" y="f9"/>
                  <a:pt x="f16" y="f17"/>
                  <a:pt x="f18" y="f19"/>
                </a:cubicBezTo>
                <a:cubicBezTo>
                  <a:pt x="f5" y="f20"/>
                  <a:pt x="f21" y="f22"/>
                  <a:pt x="f21" y="f22"/>
                </a:cubicBezTo>
                <a:cubicBezTo>
                  <a:pt x="f21" y="f22"/>
                  <a:pt x="f9" y="f23"/>
                  <a:pt x="f24" y="f25"/>
                </a:cubicBezTo>
                <a:cubicBezTo>
                  <a:pt x="f26" y="f27"/>
                  <a:pt x="f28" y="f29"/>
                  <a:pt x="f28" y="f29"/>
                </a:cubicBezTo>
                <a:cubicBezTo>
                  <a:pt x="f28" y="f29"/>
                  <a:pt x="f12" y="f30"/>
                  <a:pt x="f31" y="f31"/>
                </a:cubicBezTo>
                <a:cubicBezTo>
                  <a:pt x="f32" y="f33"/>
                  <a:pt x="f34" y="f35"/>
                  <a:pt x="f34" y="f35"/>
                </a:cubicBezTo>
                <a:cubicBezTo>
                  <a:pt x="f34" y="f35"/>
                  <a:pt x="f6" y="f20"/>
                  <a:pt x="f36" y="f37"/>
                </a:cubicBezTo>
                <a:cubicBezTo>
                  <a:pt x="f38" y="f21"/>
                  <a:pt x="f8" y="f9"/>
                  <a:pt x="f8" y="f9"/>
                </a:cubicBezTo>
                <a:close/>
                <a:moveTo>
                  <a:pt x="f39" y="f40"/>
                </a:moveTo>
                <a:cubicBezTo>
                  <a:pt x="f41" y="f35"/>
                  <a:pt x="f41" y="f35"/>
                  <a:pt x="f41" y="f35"/>
                </a:cubicBezTo>
                <a:cubicBezTo>
                  <a:pt x="f42" y="f7"/>
                  <a:pt x="f28" y="f43"/>
                  <a:pt x="f28" y="f43"/>
                </a:cubicBezTo>
                <a:cubicBezTo>
                  <a:pt x="f17" y="f31"/>
                  <a:pt x="f44" y="f45"/>
                  <a:pt x="f44" y="f45"/>
                </a:cubicBezTo>
                <a:cubicBezTo>
                  <a:pt x="f15" y="f28"/>
                  <a:pt x="f15" y="f28"/>
                  <a:pt x="f15" y="f28"/>
                </a:cubicBezTo>
                <a:cubicBezTo>
                  <a:pt x="f15" y="f28"/>
                  <a:pt x="f46" y="f47"/>
                  <a:pt x="f48" y="f37"/>
                </a:cubicBezTo>
                <a:cubicBezTo>
                  <a:pt x="f49" y="f50"/>
                  <a:pt x="f47" y="f51"/>
                  <a:pt x="f47" y="f51"/>
                </a:cubicBezTo>
                <a:cubicBezTo>
                  <a:pt x="f52" y="f53"/>
                  <a:pt x="f52" y="f53"/>
                  <a:pt x="f52" y="f53"/>
                </a:cubicBezTo>
                <a:cubicBezTo>
                  <a:pt x="f52" y="f53"/>
                  <a:pt x="f45" y="f54"/>
                  <a:pt x="f22" y="f55"/>
                </a:cubicBezTo>
                <a:cubicBezTo>
                  <a:pt x="f42" y="f56"/>
                  <a:pt x="f57" y="f58"/>
                  <a:pt x="f57" y="f58"/>
                </a:cubicBezTo>
                <a:cubicBezTo>
                  <a:pt x="f57" y="f59"/>
                  <a:pt x="f57" y="f59"/>
                  <a:pt x="f57" y="f59"/>
                </a:cubicBezTo>
                <a:cubicBezTo>
                  <a:pt x="f57" y="f59"/>
                  <a:pt x="f60" y="f49"/>
                  <a:pt x="f61" y="f14"/>
                </a:cubicBezTo>
                <a:cubicBezTo>
                  <a:pt x="f62" y="f20"/>
                  <a:pt x="f39" y="f40"/>
                  <a:pt x="f39" y="f40"/>
                </a:cubicBezTo>
                <a:close/>
              </a:path>
            </a:pathLst>
          </a:custGeom>
          <a:solidFill>
            <a:srgbClr val="336828"/>
          </a:solidFill>
          <a:ln w="9528" cap="flat">
            <a:solidFill>
              <a:srgbClr val="33682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87" name="ZoneTexte 170">
            <a:extLst>
              <a:ext uri="{FF2B5EF4-FFF2-40B4-BE49-F238E27FC236}">
                <a16:creationId xmlns:a16="http://schemas.microsoft.com/office/drawing/2014/main" id="{3090B179-840A-2A66-8488-D2138E6A8B75}"/>
              </a:ext>
            </a:extLst>
          </p:cNvPr>
          <p:cNvSpPr txBox="1"/>
          <p:nvPr/>
        </p:nvSpPr>
        <p:spPr>
          <a:xfrm>
            <a:off x="10750381" y="806345"/>
            <a:ext cx="553248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0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cs typeface="Arial" pitchFamily="34"/>
              </a:rPr>
              <a:t>Steady</a:t>
            </a:r>
          </a:p>
        </p:txBody>
      </p:sp>
      <p:sp>
        <p:nvSpPr>
          <p:cNvPr id="88" name="ZoneTexte 171">
            <a:extLst>
              <a:ext uri="{FF2B5EF4-FFF2-40B4-BE49-F238E27FC236}">
                <a16:creationId xmlns:a16="http://schemas.microsoft.com/office/drawing/2014/main" id="{4D47D048-B65C-35D2-1CA1-6E3D46C028D6}"/>
              </a:ext>
            </a:extLst>
          </p:cNvPr>
          <p:cNvSpPr txBox="1"/>
          <p:nvPr/>
        </p:nvSpPr>
        <p:spPr>
          <a:xfrm>
            <a:off x="11154601" y="806345"/>
            <a:ext cx="796332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0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cs typeface="Arial" pitchFamily="34"/>
              </a:rPr>
              <a:t>Transitory</a:t>
            </a:r>
          </a:p>
        </p:txBody>
      </p:sp>
      <p:sp>
        <p:nvSpPr>
          <p:cNvPr id="89" name="ZoneTexte 172">
            <a:extLst>
              <a:ext uri="{FF2B5EF4-FFF2-40B4-BE49-F238E27FC236}">
                <a16:creationId xmlns:a16="http://schemas.microsoft.com/office/drawing/2014/main" id="{B036CC85-421D-8EDF-30B7-36A2BF233EE6}"/>
              </a:ext>
            </a:extLst>
          </p:cNvPr>
          <p:cNvSpPr txBox="1"/>
          <p:nvPr/>
        </p:nvSpPr>
        <p:spPr>
          <a:xfrm>
            <a:off x="11633005" y="806345"/>
            <a:ext cx="679472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0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cs typeface="Arial" pitchFamily="34"/>
              </a:rPr>
              <a:t>Unsteady</a:t>
            </a:r>
          </a:p>
        </p:txBody>
      </p:sp>
      <p:sp>
        <p:nvSpPr>
          <p:cNvPr id="90" name="Rectangle à coins arrondis 173">
            <a:extLst>
              <a:ext uri="{FF2B5EF4-FFF2-40B4-BE49-F238E27FC236}">
                <a16:creationId xmlns:a16="http://schemas.microsoft.com/office/drawing/2014/main" id="{5FBFFA47-3D9F-B6D9-068F-DBC35513C53F}"/>
              </a:ext>
            </a:extLst>
          </p:cNvPr>
          <p:cNvSpPr/>
          <p:nvPr/>
        </p:nvSpPr>
        <p:spPr>
          <a:xfrm>
            <a:off x="9897063" y="216045"/>
            <a:ext cx="661870" cy="6046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Project Weather </a:t>
            </a:r>
          </a:p>
        </p:txBody>
      </p:sp>
      <p:sp>
        <p:nvSpPr>
          <p:cNvPr id="91" name="Rectangle à coins arrondis 174">
            <a:extLst>
              <a:ext uri="{FF2B5EF4-FFF2-40B4-BE49-F238E27FC236}">
                <a16:creationId xmlns:a16="http://schemas.microsoft.com/office/drawing/2014/main" id="{0ED3D460-630B-4B04-98D3-9DF55C655381}"/>
              </a:ext>
            </a:extLst>
          </p:cNvPr>
          <p:cNvSpPr/>
          <p:nvPr/>
        </p:nvSpPr>
        <p:spPr>
          <a:xfrm>
            <a:off x="6831043" y="115543"/>
            <a:ext cx="899998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Programmes Standalone</a:t>
            </a:r>
          </a:p>
        </p:txBody>
      </p:sp>
      <p:sp>
        <p:nvSpPr>
          <p:cNvPr id="92" name="Rectangle à coins arrondis 175">
            <a:extLst>
              <a:ext uri="{FF2B5EF4-FFF2-40B4-BE49-F238E27FC236}">
                <a16:creationId xmlns:a16="http://schemas.microsoft.com/office/drawing/2014/main" id="{FCB236D8-4F7D-90D2-93CF-B0FBFF9C38AF}"/>
              </a:ext>
            </a:extLst>
          </p:cNvPr>
          <p:cNvSpPr/>
          <p:nvPr/>
        </p:nvSpPr>
        <p:spPr>
          <a:xfrm>
            <a:off x="6831043" y="449263"/>
            <a:ext cx="899998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Projets issus de Programmes</a:t>
            </a:r>
          </a:p>
        </p:txBody>
      </p:sp>
      <p:sp>
        <p:nvSpPr>
          <p:cNvPr id="93" name="Rectangle à coins arrondis 176">
            <a:extLst>
              <a:ext uri="{FF2B5EF4-FFF2-40B4-BE49-F238E27FC236}">
                <a16:creationId xmlns:a16="http://schemas.microsoft.com/office/drawing/2014/main" id="{B8E78C56-721B-A6DD-E56D-ED0C693031D7}"/>
              </a:ext>
            </a:extLst>
          </p:cNvPr>
          <p:cNvSpPr/>
          <p:nvPr/>
        </p:nvSpPr>
        <p:spPr>
          <a:xfrm>
            <a:off x="6831043" y="782982"/>
            <a:ext cx="899998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Projets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Standalone</a:t>
            </a:r>
          </a:p>
        </p:txBody>
      </p:sp>
      <p:sp>
        <p:nvSpPr>
          <p:cNvPr id="94" name="Rectangle à coins arrondis 177">
            <a:extLst>
              <a:ext uri="{FF2B5EF4-FFF2-40B4-BE49-F238E27FC236}">
                <a16:creationId xmlns:a16="http://schemas.microsoft.com/office/drawing/2014/main" id="{EA385233-210E-E70B-3E87-BE0E925249AA}"/>
              </a:ext>
            </a:extLst>
          </p:cNvPr>
          <p:cNvSpPr/>
          <p:nvPr/>
        </p:nvSpPr>
        <p:spPr>
          <a:xfrm>
            <a:off x="7772619" y="115543"/>
            <a:ext cx="333865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5" name="Rectangle à coins arrondis 178">
            <a:extLst>
              <a:ext uri="{FF2B5EF4-FFF2-40B4-BE49-F238E27FC236}">
                <a16:creationId xmlns:a16="http://schemas.microsoft.com/office/drawing/2014/main" id="{E2ACFD9D-C28C-DCD2-A49A-BF4CA048034C}"/>
              </a:ext>
            </a:extLst>
          </p:cNvPr>
          <p:cNvSpPr/>
          <p:nvPr/>
        </p:nvSpPr>
        <p:spPr>
          <a:xfrm>
            <a:off x="7772619" y="446090"/>
            <a:ext cx="333865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6" name="Rectangle à coins arrondis 179">
            <a:extLst>
              <a:ext uri="{FF2B5EF4-FFF2-40B4-BE49-F238E27FC236}">
                <a16:creationId xmlns:a16="http://schemas.microsoft.com/office/drawing/2014/main" id="{CCA47CFE-1175-F7F6-72BB-1BC35A95D998}"/>
              </a:ext>
            </a:extLst>
          </p:cNvPr>
          <p:cNvSpPr/>
          <p:nvPr/>
        </p:nvSpPr>
        <p:spPr>
          <a:xfrm>
            <a:off x="7772619" y="766779"/>
            <a:ext cx="333865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7" name="Multiplication 180">
            <a:extLst>
              <a:ext uri="{FF2B5EF4-FFF2-40B4-BE49-F238E27FC236}">
                <a16:creationId xmlns:a16="http://schemas.microsoft.com/office/drawing/2014/main" id="{98029729-6139-4ACB-5456-A2399D375135}"/>
              </a:ext>
            </a:extLst>
          </p:cNvPr>
          <p:cNvSpPr/>
          <p:nvPr/>
        </p:nvSpPr>
        <p:spPr>
          <a:xfrm>
            <a:off x="7874572" y="520225"/>
            <a:ext cx="135157" cy="192115"/>
          </a:xfrm>
          <a:custGeom>
            <a:avLst>
              <a:gd name="f10" fmla="val 2352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*/ 0 0 1"/>
              <a:gd name="f10" fmla="val 23520"/>
              <a:gd name="f11" fmla="+- 0 0 -270"/>
              <a:gd name="f12" fmla="+- 0 0 -36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val f7"/>
              <a:gd name="f19" fmla="val f10"/>
              <a:gd name="f20" fmla="*/ f11 f1 1"/>
              <a:gd name="f21" fmla="*/ f12 f1 1"/>
              <a:gd name="f22" fmla="*/ f13 f1 1"/>
              <a:gd name="f23" fmla="*/ f14 f1 1"/>
              <a:gd name="f24" fmla="?: f15 f4 1"/>
              <a:gd name="f25" fmla="?: f16 f5 1"/>
              <a:gd name="f26" fmla="?: f17 f6 1"/>
              <a:gd name="f27" fmla="*/ f20 1 f3"/>
              <a:gd name="f28" fmla="*/ f21 1 f3"/>
              <a:gd name="f29" fmla="*/ f22 1 f3"/>
              <a:gd name="f30" fmla="*/ f23 1 f3"/>
              <a:gd name="f31" fmla="*/ f24 1 21600"/>
              <a:gd name="f32" fmla="*/ f25 1 21600"/>
              <a:gd name="f33" fmla="*/ 21600 f24 1"/>
              <a:gd name="f34" fmla="*/ 21600 f25 1"/>
              <a:gd name="f35" fmla="+- f27 0 f2"/>
              <a:gd name="f36" fmla="+- f28 0 f2"/>
              <a:gd name="f37" fmla="+- f29 0 f2"/>
              <a:gd name="f38" fmla="+- f30 0 f2"/>
              <a:gd name="f39" fmla="min f32 f31"/>
              <a:gd name="f40" fmla="*/ f33 1 f26"/>
              <a:gd name="f41" fmla="*/ f34 1 f26"/>
              <a:gd name="f42" fmla="val f40"/>
              <a:gd name="f43" fmla="val f41"/>
              <a:gd name="f44" fmla="+- f43 0 f18"/>
              <a:gd name="f45" fmla="+- f42 0 f18"/>
              <a:gd name="f46" fmla="*/ f44 1 2"/>
              <a:gd name="f47" fmla="*/ f45 1 2"/>
              <a:gd name="f48" fmla="min f45 f44"/>
              <a:gd name="f49" fmla="+- 0 0 f45"/>
              <a:gd name="f50" fmla="+- 0 0 f44"/>
              <a:gd name="f51" fmla="*/ f45 f45 1"/>
              <a:gd name="f52" fmla="*/ f44 f44 1"/>
              <a:gd name="f53" fmla="+- f18 f46 0"/>
              <a:gd name="f54" fmla="+- f18 f47 0"/>
              <a:gd name="f55" fmla="*/ f48 f19 1"/>
              <a:gd name="f56" fmla="+- 0 0 f49"/>
              <a:gd name="f57" fmla="+- 0 0 f50"/>
              <a:gd name="f58" fmla="+- f51 f52 0"/>
              <a:gd name="f59" fmla="*/ f55 1 100000"/>
              <a:gd name="f60" fmla="at2 f56 f57"/>
              <a:gd name="f61" fmla="+- f58 f9 0"/>
              <a:gd name="f62" fmla="*/ f54 f39 1"/>
              <a:gd name="f63" fmla="*/ f53 f39 1"/>
              <a:gd name="f64" fmla="+- f60 f2 0"/>
              <a:gd name="f65" fmla="sqrt f61"/>
              <a:gd name="f66" fmla="*/ f64 f8 1"/>
              <a:gd name="f67" fmla="*/ f65 51965 1"/>
              <a:gd name="f68" fmla="*/ f66 1 f1"/>
              <a:gd name="f69" fmla="*/ f67 1 100000"/>
              <a:gd name="f70" fmla="+- 0 0 f68"/>
              <a:gd name="f71" fmla="+- f65 0 f69"/>
              <a:gd name="f72" fmla="val f70"/>
              <a:gd name="f73" fmla="+- 0 0 f72"/>
              <a:gd name="f74" fmla="*/ f73 f1 1"/>
              <a:gd name="f75" fmla="*/ f74 1 f8"/>
              <a:gd name="f76" fmla="+- f75 0 f2"/>
              <a:gd name="f77" fmla="+- f76 f2 0"/>
              <a:gd name="f78" fmla="*/ f77 f8 1"/>
              <a:gd name="f79" fmla="*/ f78 1 f1"/>
              <a:gd name="f80" fmla="+- 0 0 f79"/>
              <a:gd name="f81" fmla="+- 0 0 f80"/>
              <a:gd name="f82" fmla="*/ f81 f1 1"/>
              <a:gd name="f83" fmla="*/ f82 1 f8"/>
              <a:gd name="f84" fmla="+- f83 0 f2"/>
              <a:gd name="f85" fmla="sin 1 f84"/>
              <a:gd name="f86" fmla="cos 1 f84"/>
              <a:gd name="f87" fmla="tan 1 f84"/>
              <a:gd name="f88" fmla="+- 0 0 f85"/>
              <a:gd name="f89" fmla="+- 0 0 f86"/>
              <a:gd name="f90" fmla="*/ 1 1 f87"/>
              <a:gd name="f91" fmla="+- 0 0 f88"/>
              <a:gd name="f92" fmla="+- 0 0 f89"/>
              <a:gd name="f93" fmla="*/ 1 1 f90"/>
              <a:gd name="f94" fmla="val f91"/>
              <a:gd name="f95" fmla="val f92"/>
              <a:gd name="f96" fmla="*/ f95 f71 1"/>
              <a:gd name="f97" fmla="*/ f94 f71 1"/>
              <a:gd name="f98" fmla="*/ f94 f59 1"/>
              <a:gd name="f99" fmla="*/ f95 f59 1"/>
              <a:gd name="f100" fmla="*/ f96 1 2"/>
              <a:gd name="f101" fmla="*/ f97 1 2"/>
              <a:gd name="f102" fmla="*/ f98 1 2"/>
              <a:gd name="f103" fmla="*/ f99 1 2"/>
              <a:gd name="f104" fmla="+- f100 0 f102"/>
              <a:gd name="f105" fmla="+- f101 f103 0"/>
              <a:gd name="f106" fmla="+- f100 f102 0"/>
              <a:gd name="f107" fmla="+- f101 0 f103"/>
              <a:gd name="f108" fmla="+- f42 0 f100"/>
              <a:gd name="f109" fmla="+- f43 0 f101"/>
              <a:gd name="f110" fmla="*/ f100 f39 1"/>
              <a:gd name="f111" fmla="*/ f101 f39 1"/>
              <a:gd name="f112" fmla="+- f54 0 f106"/>
              <a:gd name="f113" fmla="+- f42 0 f106"/>
              <a:gd name="f114" fmla="+- f42 0 f104"/>
              <a:gd name="f115" fmla="+- f53 0 f105"/>
              <a:gd name="f116" fmla="+- f43 0 f105"/>
              <a:gd name="f117" fmla="+- f43 0 f107"/>
              <a:gd name="f118" fmla="*/ f104 f39 1"/>
              <a:gd name="f119" fmla="*/ f107 f39 1"/>
              <a:gd name="f120" fmla="*/ f105 f39 1"/>
              <a:gd name="f121" fmla="*/ f106 f39 1"/>
              <a:gd name="f122" fmla="*/ f108 f39 1"/>
              <a:gd name="f123" fmla="*/ f109 f39 1"/>
              <a:gd name="f124" fmla="*/ f112 f93 1"/>
              <a:gd name="f125" fmla="*/ f115 1 f93"/>
              <a:gd name="f126" fmla="*/ f114 f39 1"/>
              <a:gd name="f127" fmla="*/ f117 f39 1"/>
              <a:gd name="f128" fmla="*/ f113 f39 1"/>
              <a:gd name="f129" fmla="*/ f116 f39 1"/>
              <a:gd name="f130" fmla="+- f124 f107 0"/>
              <a:gd name="f131" fmla="+- f114 0 f125"/>
              <a:gd name="f132" fmla="+- f104 f125 0"/>
              <a:gd name="f133" fmla="+- f43 0 f130"/>
              <a:gd name="f134" fmla="*/ f130 f39 1"/>
              <a:gd name="f135" fmla="*/ f131 f39 1"/>
              <a:gd name="f136" fmla="*/ f132 f39 1"/>
              <a:gd name="f137" fmla="*/ f133 f3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110" y="f111"/>
              </a:cxn>
              <a:cxn ang="f36">
                <a:pos x="f122" y="f111"/>
              </a:cxn>
              <a:cxn ang="f37">
                <a:pos x="f122" y="f123"/>
              </a:cxn>
              <a:cxn ang="f38">
                <a:pos x="f110" y="f123"/>
              </a:cxn>
            </a:cxnLst>
            <a:rect l="f118" t="f119" r="f126" b="f127"/>
            <a:pathLst>
              <a:path>
                <a:moveTo>
                  <a:pt x="f118" y="f120"/>
                </a:moveTo>
                <a:lnTo>
                  <a:pt x="f121" y="f119"/>
                </a:lnTo>
                <a:lnTo>
                  <a:pt x="f62" y="f134"/>
                </a:lnTo>
                <a:lnTo>
                  <a:pt x="f128" y="f119"/>
                </a:lnTo>
                <a:lnTo>
                  <a:pt x="f126" y="f120"/>
                </a:lnTo>
                <a:lnTo>
                  <a:pt x="f135" y="f63"/>
                </a:lnTo>
                <a:lnTo>
                  <a:pt x="f126" y="f129"/>
                </a:lnTo>
                <a:lnTo>
                  <a:pt x="f128" y="f127"/>
                </a:lnTo>
                <a:lnTo>
                  <a:pt x="f62" y="f137"/>
                </a:lnTo>
                <a:lnTo>
                  <a:pt x="f121" y="f127"/>
                </a:lnTo>
                <a:lnTo>
                  <a:pt x="f118" y="f129"/>
                </a:lnTo>
                <a:lnTo>
                  <a:pt x="f136" y="f63"/>
                </a:lnTo>
                <a:close/>
              </a:path>
            </a:pathLst>
          </a:custGeom>
          <a:solidFill>
            <a:srgbClr val="7F6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8" name="ZoneTexte 188">
            <a:extLst>
              <a:ext uri="{FF2B5EF4-FFF2-40B4-BE49-F238E27FC236}">
                <a16:creationId xmlns:a16="http://schemas.microsoft.com/office/drawing/2014/main" id="{E7325A10-F1FA-C7E2-DF77-6E5146035915}"/>
              </a:ext>
            </a:extLst>
          </p:cNvPr>
          <p:cNvSpPr txBox="1"/>
          <p:nvPr/>
        </p:nvSpPr>
        <p:spPr>
          <a:xfrm>
            <a:off x="1261734" y="58202"/>
            <a:ext cx="6890388" cy="7078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sng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N° : </a:t>
            </a:r>
            <a:r>
              <a:rPr lang="fr-FR" sz="1000" b="1" i="0" u="none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{{Project_Number}}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sng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Project Title</a:t>
            </a:r>
            <a:r>
              <a:rPr lang="fr-FR" sz="1000" b="1" i="0" u="none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 : {{Project_Title}}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sng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Project Lead </a:t>
            </a:r>
            <a:r>
              <a:rPr lang="fr-FR" sz="1000" b="1" i="0" u="none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: {{Project_Lead}}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0" baseline="0" dirty="0">
                <a:solidFill>
                  <a:srgbClr val="FFC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PI UM6P : {{PI_UM6P}}</a:t>
            </a:r>
          </a:p>
        </p:txBody>
      </p:sp>
      <p:pic>
        <p:nvPicPr>
          <p:cNvPr id="99" name="Image 189">
            <a:extLst>
              <a:ext uri="{FF2B5EF4-FFF2-40B4-BE49-F238E27FC236}">
                <a16:creationId xmlns:a16="http://schemas.microsoft.com/office/drawing/2014/main" id="{89D18B78-4B02-747A-C8A5-4267E6891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24" y="191521"/>
            <a:ext cx="590400" cy="381597"/>
          </a:xfrm>
          <a:prstGeom prst="rect">
            <a:avLst/>
          </a:prstGeom>
          <a:noFill/>
          <a:ln w="19046" cap="rnd">
            <a:solidFill>
              <a:srgbClr val="A9D18E"/>
            </a:solidFill>
            <a:prstDash val="solid"/>
            <a:miter/>
          </a:ln>
          <a:effectLst>
            <a:outerShdw dist="292095" dir="5400000" algn="tl">
              <a:srgbClr val="000000">
                <a:alpha val="22000"/>
              </a:srgbClr>
            </a:outerShdw>
          </a:effectLst>
        </p:spPr>
      </p:pic>
      <p:sp>
        <p:nvSpPr>
          <p:cNvPr id="100" name="ZoneTexte 190">
            <a:extLst>
              <a:ext uri="{FF2B5EF4-FFF2-40B4-BE49-F238E27FC236}">
                <a16:creationId xmlns:a16="http://schemas.microsoft.com/office/drawing/2014/main" id="{198D9EF7-99F9-1F74-99E2-B8C9DE90A7B0}"/>
              </a:ext>
            </a:extLst>
          </p:cNvPr>
          <p:cNvSpPr txBox="1"/>
          <p:nvPr/>
        </p:nvSpPr>
        <p:spPr>
          <a:xfrm>
            <a:off x="-25310" y="618838"/>
            <a:ext cx="959653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0" cap="none" spc="0" baseline="0">
                <a:solidFill>
                  <a:srgbClr val="385723"/>
                </a:solidFill>
                <a:uFillTx/>
                <a:latin typeface="Arial" pitchFamily="34"/>
                <a:ea typeface="Overpass"/>
                <a:cs typeface="Arial" pitchFamily="34"/>
              </a:rPr>
              <a:t>OPERATIONS EFFICIENCY</a:t>
            </a:r>
          </a:p>
        </p:txBody>
      </p:sp>
      <p:sp>
        <p:nvSpPr>
          <p:cNvPr id="101" name="Rectangle à coins arrondis 111">
            <a:extLst>
              <a:ext uri="{FF2B5EF4-FFF2-40B4-BE49-F238E27FC236}">
                <a16:creationId xmlns:a16="http://schemas.microsoft.com/office/drawing/2014/main" id="{57B3DACA-59F6-4F5F-7FA7-F91F1BF90873}"/>
              </a:ext>
            </a:extLst>
          </p:cNvPr>
          <p:cNvSpPr/>
          <p:nvPr/>
        </p:nvSpPr>
        <p:spPr>
          <a:xfrm>
            <a:off x="8335679" y="106116"/>
            <a:ext cx="899998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2F0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Fast Track Delivery  </a:t>
            </a:r>
          </a:p>
        </p:txBody>
      </p:sp>
      <p:sp>
        <p:nvSpPr>
          <p:cNvPr id="102" name="Rectangle à coins arrondis 117">
            <a:extLst>
              <a:ext uri="{FF2B5EF4-FFF2-40B4-BE49-F238E27FC236}">
                <a16:creationId xmlns:a16="http://schemas.microsoft.com/office/drawing/2014/main" id="{2DFADDF8-1A28-4365-873D-F9A455E17634}"/>
              </a:ext>
            </a:extLst>
          </p:cNvPr>
          <p:cNvSpPr/>
          <p:nvPr/>
        </p:nvSpPr>
        <p:spPr>
          <a:xfrm>
            <a:off x="8335679" y="439835"/>
            <a:ext cx="899998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2F0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Medium Term </a:t>
            </a:r>
          </a:p>
        </p:txBody>
      </p:sp>
      <p:sp>
        <p:nvSpPr>
          <p:cNvPr id="103" name="Rectangle à coins arrondis 128">
            <a:extLst>
              <a:ext uri="{FF2B5EF4-FFF2-40B4-BE49-F238E27FC236}">
                <a16:creationId xmlns:a16="http://schemas.microsoft.com/office/drawing/2014/main" id="{24B94719-D7AB-716B-CF0A-34FF62C768B2}"/>
              </a:ext>
            </a:extLst>
          </p:cNvPr>
          <p:cNvSpPr/>
          <p:nvPr/>
        </p:nvSpPr>
        <p:spPr>
          <a:xfrm>
            <a:off x="8335679" y="773554"/>
            <a:ext cx="899998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2F0D9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1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Verdana" pitchFamily="34"/>
                <a:cs typeface="Arial" pitchFamily="34"/>
              </a:rPr>
              <a:t>Capability Building </a:t>
            </a:r>
          </a:p>
        </p:txBody>
      </p:sp>
      <p:sp>
        <p:nvSpPr>
          <p:cNvPr id="104" name="Rectangle à coins arrondis 129">
            <a:extLst>
              <a:ext uri="{FF2B5EF4-FFF2-40B4-BE49-F238E27FC236}">
                <a16:creationId xmlns:a16="http://schemas.microsoft.com/office/drawing/2014/main" id="{20EDE1EC-D345-9D0B-5E21-2F018BDB4126}"/>
              </a:ext>
            </a:extLst>
          </p:cNvPr>
          <p:cNvSpPr/>
          <p:nvPr/>
        </p:nvSpPr>
        <p:spPr>
          <a:xfrm>
            <a:off x="9277255" y="106116"/>
            <a:ext cx="333865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05" name="Rectangle à coins arrondis 130">
            <a:extLst>
              <a:ext uri="{FF2B5EF4-FFF2-40B4-BE49-F238E27FC236}">
                <a16:creationId xmlns:a16="http://schemas.microsoft.com/office/drawing/2014/main" id="{69725F10-8C58-5CF5-9D13-326D942CEF4E}"/>
              </a:ext>
            </a:extLst>
          </p:cNvPr>
          <p:cNvSpPr/>
          <p:nvPr/>
        </p:nvSpPr>
        <p:spPr>
          <a:xfrm>
            <a:off x="9277255" y="436662"/>
            <a:ext cx="333865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06" name="Rectangle à coins arrondis 131">
            <a:extLst>
              <a:ext uri="{FF2B5EF4-FFF2-40B4-BE49-F238E27FC236}">
                <a16:creationId xmlns:a16="http://schemas.microsoft.com/office/drawing/2014/main" id="{47DFD714-96C6-5C82-63DA-899E6ED7C831}"/>
              </a:ext>
            </a:extLst>
          </p:cNvPr>
          <p:cNvSpPr/>
          <p:nvPr/>
        </p:nvSpPr>
        <p:spPr>
          <a:xfrm>
            <a:off x="9277255" y="757351"/>
            <a:ext cx="333865" cy="287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9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07" name="Multiplication 132">
            <a:extLst>
              <a:ext uri="{FF2B5EF4-FFF2-40B4-BE49-F238E27FC236}">
                <a16:creationId xmlns:a16="http://schemas.microsoft.com/office/drawing/2014/main" id="{F471B1D5-3188-C79C-A8D2-D510DE0521D0}"/>
              </a:ext>
            </a:extLst>
          </p:cNvPr>
          <p:cNvSpPr/>
          <p:nvPr/>
        </p:nvSpPr>
        <p:spPr>
          <a:xfrm>
            <a:off x="9386463" y="184555"/>
            <a:ext cx="135157" cy="192115"/>
          </a:xfrm>
          <a:custGeom>
            <a:avLst>
              <a:gd name="f10" fmla="val 2352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*/ 0 0 1"/>
              <a:gd name="f10" fmla="val 23520"/>
              <a:gd name="f11" fmla="+- 0 0 -270"/>
              <a:gd name="f12" fmla="+- 0 0 -36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val f7"/>
              <a:gd name="f19" fmla="val f10"/>
              <a:gd name="f20" fmla="*/ f11 f1 1"/>
              <a:gd name="f21" fmla="*/ f12 f1 1"/>
              <a:gd name="f22" fmla="*/ f13 f1 1"/>
              <a:gd name="f23" fmla="*/ f14 f1 1"/>
              <a:gd name="f24" fmla="?: f15 f4 1"/>
              <a:gd name="f25" fmla="?: f16 f5 1"/>
              <a:gd name="f26" fmla="?: f17 f6 1"/>
              <a:gd name="f27" fmla="*/ f20 1 f3"/>
              <a:gd name="f28" fmla="*/ f21 1 f3"/>
              <a:gd name="f29" fmla="*/ f22 1 f3"/>
              <a:gd name="f30" fmla="*/ f23 1 f3"/>
              <a:gd name="f31" fmla="*/ f24 1 21600"/>
              <a:gd name="f32" fmla="*/ f25 1 21600"/>
              <a:gd name="f33" fmla="*/ 21600 f24 1"/>
              <a:gd name="f34" fmla="*/ 21600 f25 1"/>
              <a:gd name="f35" fmla="+- f27 0 f2"/>
              <a:gd name="f36" fmla="+- f28 0 f2"/>
              <a:gd name="f37" fmla="+- f29 0 f2"/>
              <a:gd name="f38" fmla="+- f30 0 f2"/>
              <a:gd name="f39" fmla="min f32 f31"/>
              <a:gd name="f40" fmla="*/ f33 1 f26"/>
              <a:gd name="f41" fmla="*/ f34 1 f26"/>
              <a:gd name="f42" fmla="val f40"/>
              <a:gd name="f43" fmla="val f41"/>
              <a:gd name="f44" fmla="+- f43 0 f18"/>
              <a:gd name="f45" fmla="+- f42 0 f18"/>
              <a:gd name="f46" fmla="*/ f44 1 2"/>
              <a:gd name="f47" fmla="*/ f45 1 2"/>
              <a:gd name="f48" fmla="min f45 f44"/>
              <a:gd name="f49" fmla="+- 0 0 f45"/>
              <a:gd name="f50" fmla="+- 0 0 f44"/>
              <a:gd name="f51" fmla="*/ f45 f45 1"/>
              <a:gd name="f52" fmla="*/ f44 f44 1"/>
              <a:gd name="f53" fmla="+- f18 f46 0"/>
              <a:gd name="f54" fmla="+- f18 f47 0"/>
              <a:gd name="f55" fmla="*/ f48 f19 1"/>
              <a:gd name="f56" fmla="+- 0 0 f49"/>
              <a:gd name="f57" fmla="+- 0 0 f50"/>
              <a:gd name="f58" fmla="+- f51 f52 0"/>
              <a:gd name="f59" fmla="*/ f55 1 100000"/>
              <a:gd name="f60" fmla="at2 f56 f57"/>
              <a:gd name="f61" fmla="+- f58 f9 0"/>
              <a:gd name="f62" fmla="*/ f54 f39 1"/>
              <a:gd name="f63" fmla="*/ f53 f39 1"/>
              <a:gd name="f64" fmla="+- f60 f2 0"/>
              <a:gd name="f65" fmla="sqrt f61"/>
              <a:gd name="f66" fmla="*/ f64 f8 1"/>
              <a:gd name="f67" fmla="*/ f65 51965 1"/>
              <a:gd name="f68" fmla="*/ f66 1 f1"/>
              <a:gd name="f69" fmla="*/ f67 1 100000"/>
              <a:gd name="f70" fmla="+- 0 0 f68"/>
              <a:gd name="f71" fmla="+- f65 0 f69"/>
              <a:gd name="f72" fmla="val f70"/>
              <a:gd name="f73" fmla="+- 0 0 f72"/>
              <a:gd name="f74" fmla="*/ f73 f1 1"/>
              <a:gd name="f75" fmla="*/ f74 1 f8"/>
              <a:gd name="f76" fmla="+- f75 0 f2"/>
              <a:gd name="f77" fmla="+- f76 f2 0"/>
              <a:gd name="f78" fmla="*/ f77 f8 1"/>
              <a:gd name="f79" fmla="*/ f78 1 f1"/>
              <a:gd name="f80" fmla="+- 0 0 f79"/>
              <a:gd name="f81" fmla="+- 0 0 f80"/>
              <a:gd name="f82" fmla="*/ f81 f1 1"/>
              <a:gd name="f83" fmla="*/ f82 1 f8"/>
              <a:gd name="f84" fmla="+- f83 0 f2"/>
              <a:gd name="f85" fmla="sin 1 f84"/>
              <a:gd name="f86" fmla="cos 1 f84"/>
              <a:gd name="f87" fmla="tan 1 f84"/>
              <a:gd name="f88" fmla="+- 0 0 f85"/>
              <a:gd name="f89" fmla="+- 0 0 f86"/>
              <a:gd name="f90" fmla="*/ 1 1 f87"/>
              <a:gd name="f91" fmla="+- 0 0 f88"/>
              <a:gd name="f92" fmla="+- 0 0 f89"/>
              <a:gd name="f93" fmla="*/ 1 1 f90"/>
              <a:gd name="f94" fmla="val f91"/>
              <a:gd name="f95" fmla="val f92"/>
              <a:gd name="f96" fmla="*/ f95 f71 1"/>
              <a:gd name="f97" fmla="*/ f94 f71 1"/>
              <a:gd name="f98" fmla="*/ f94 f59 1"/>
              <a:gd name="f99" fmla="*/ f95 f59 1"/>
              <a:gd name="f100" fmla="*/ f96 1 2"/>
              <a:gd name="f101" fmla="*/ f97 1 2"/>
              <a:gd name="f102" fmla="*/ f98 1 2"/>
              <a:gd name="f103" fmla="*/ f99 1 2"/>
              <a:gd name="f104" fmla="+- f100 0 f102"/>
              <a:gd name="f105" fmla="+- f101 f103 0"/>
              <a:gd name="f106" fmla="+- f100 f102 0"/>
              <a:gd name="f107" fmla="+- f101 0 f103"/>
              <a:gd name="f108" fmla="+- f42 0 f100"/>
              <a:gd name="f109" fmla="+- f43 0 f101"/>
              <a:gd name="f110" fmla="*/ f100 f39 1"/>
              <a:gd name="f111" fmla="*/ f101 f39 1"/>
              <a:gd name="f112" fmla="+- f54 0 f106"/>
              <a:gd name="f113" fmla="+- f42 0 f106"/>
              <a:gd name="f114" fmla="+- f42 0 f104"/>
              <a:gd name="f115" fmla="+- f53 0 f105"/>
              <a:gd name="f116" fmla="+- f43 0 f105"/>
              <a:gd name="f117" fmla="+- f43 0 f107"/>
              <a:gd name="f118" fmla="*/ f104 f39 1"/>
              <a:gd name="f119" fmla="*/ f107 f39 1"/>
              <a:gd name="f120" fmla="*/ f105 f39 1"/>
              <a:gd name="f121" fmla="*/ f106 f39 1"/>
              <a:gd name="f122" fmla="*/ f108 f39 1"/>
              <a:gd name="f123" fmla="*/ f109 f39 1"/>
              <a:gd name="f124" fmla="*/ f112 f93 1"/>
              <a:gd name="f125" fmla="*/ f115 1 f93"/>
              <a:gd name="f126" fmla="*/ f114 f39 1"/>
              <a:gd name="f127" fmla="*/ f117 f39 1"/>
              <a:gd name="f128" fmla="*/ f113 f39 1"/>
              <a:gd name="f129" fmla="*/ f116 f39 1"/>
              <a:gd name="f130" fmla="+- f124 f107 0"/>
              <a:gd name="f131" fmla="+- f114 0 f125"/>
              <a:gd name="f132" fmla="+- f104 f125 0"/>
              <a:gd name="f133" fmla="+- f43 0 f130"/>
              <a:gd name="f134" fmla="*/ f130 f39 1"/>
              <a:gd name="f135" fmla="*/ f131 f39 1"/>
              <a:gd name="f136" fmla="*/ f132 f39 1"/>
              <a:gd name="f137" fmla="*/ f133 f3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110" y="f111"/>
              </a:cxn>
              <a:cxn ang="f36">
                <a:pos x="f122" y="f111"/>
              </a:cxn>
              <a:cxn ang="f37">
                <a:pos x="f122" y="f123"/>
              </a:cxn>
              <a:cxn ang="f38">
                <a:pos x="f110" y="f123"/>
              </a:cxn>
            </a:cxnLst>
            <a:rect l="f118" t="f119" r="f126" b="f127"/>
            <a:pathLst>
              <a:path>
                <a:moveTo>
                  <a:pt x="f118" y="f120"/>
                </a:moveTo>
                <a:lnTo>
                  <a:pt x="f121" y="f119"/>
                </a:lnTo>
                <a:lnTo>
                  <a:pt x="f62" y="f134"/>
                </a:lnTo>
                <a:lnTo>
                  <a:pt x="f128" y="f119"/>
                </a:lnTo>
                <a:lnTo>
                  <a:pt x="f126" y="f120"/>
                </a:lnTo>
                <a:lnTo>
                  <a:pt x="f135" y="f63"/>
                </a:lnTo>
                <a:lnTo>
                  <a:pt x="f126" y="f129"/>
                </a:lnTo>
                <a:lnTo>
                  <a:pt x="f128" y="f127"/>
                </a:lnTo>
                <a:lnTo>
                  <a:pt x="f62" y="f137"/>
                </a:lnTo>
                <a:lnTo>
                  <a:pt x="f121" y="f127"/>
                </a:lnTo>
                <a:lnTo>
                  <a:pt x="f118" y="f129"/>
                </a:lnTo>
                <a:lnTo>
                  <a:pt x="f136" y="f63"/>
                </a:lnTo>
                <a:close/>
              </a:path>
            </a:pathLst>
          </a:custGeom>
          <a:solidFill>
            <a:srgbClr val="7F6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D894899-F53E-2442-5016-7115483399E2}"/>
              </a:ext>
            </a:extLst>
          </p:cNvPr>
          <p:cNvSpPr/>
          <p:nvPr/>
        </p:nvSpPr>
        <p:spPr>
          <a:xfrm>
            <a:off x="8617527" y="5531982"/>
            <a:ext cx="3487556" cy="18532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68577" rIns="0" bIns="68577" rtlCol="0" anchor="ctr" anchorCtr="0"/>
          <a:lstStyle/>
          <a:p>
            <a:pPr marL="0" marR="0" lvl="0" indent="0" algn="ctr" defTabSz="6856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Next</a:t>
            </a: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Step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5189342-CEE3-50B5-F2DF-88A63FBDF2B6}"/>
              </a:ext>
            </a:extLst>
          </p:cNvPr>
          <p:cNvSpPr/>
          <p:nvPr/>
        </p:nvSpPr>
        <p:spPr>
          <a:xfrm>
            <a:off x="614334" y="5527064"/>
            <a:ext cx="3614668" cy="180000"/>
          </a:xfrm>
          <a:prstGeom prst="rect">
            <a:avLst/>
          </a:prstGeom>
          <a:solidFill>
            <a:srgbClr val="33682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68577" rIns="0" bIns="68577" rtlCol="0" anchor="ctr" anchorCtr="0"/>
          <a:lstStyle/>
          <a:p>
            <a:pPr marL="0" marR="0" lvl="0" indent="0" algn="ctr" defTabSz="6856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Done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007B40A-B960-875D-1D0D-C30D4EB292F6}"/>
              </a:ext>
            </a:extLst>
          </p:cNvPr>
          <p:cNvSpPr/>
          <p:nvPr/>
        </p:nvSpPr>
        <p:spPr>
          <a:xfrm>
            <a:off x="614332" y="5705624"/>
            <a:ext cx="3614667" cy="102087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79" tIns="68579" rIns="68579" bIns="68579" rtlCol="0" anchor="ctr" anchorCtr="0"/>
          <a:lstStyle/>
          <a:p>
            <a:pPr marL="171450" indent="-171450">
              <a:buFontTx/>
              <a:buNone/>
            </a:pPr>
            <a:r>
              <a:rPr b="0" i="0" u="none"/>
              <a:t>{{Tasks_Done}}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C73B929-A425-33FC-547A-5953D2FFC5F5}"/>
              </a:ext>
            </a:extLst>
          </p:cNvPr>
          <p:cNvSpPr/>
          <p:nvPr/>
        </p:nvSpPr>
        <p:spPr>
          <a:xfrm>
            <a:off x="8593819" y="5747634"/>
            <a:ext cx="3501196" cy="1004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79" tIns="68579" rIns="68579" bIns="68579" rtlCol="0" anchor="ctr" anchorCtr="0"/>
          <a:lstStyle/>
          <a:p>
            <a:pPr marL="171450" indent="-171450">
              <a:buFontTx/>
              <a:buNone/>
            </a:pPr>
            <a:r>
              <a:rPr b="0" i="0" u="none"/>
              <a:t>{{Tasks_NextSteps}}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B7AD992-A926-F7E7-C7C5-17E1353C3E7D}"/>
              </a:ext>
            </a:extLst>
          </p:cNvPr>
          <p:cNvSpPr/>
          <p:nvPr/>
        </p:nvSpPr>
        <p:spPr>
          <a:xfrm>
            <a:off x="4378037" y="5683366"/>
            <a:ext cx="4053028" cy="106851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79" tIns="68579" rIns="68579" bIns="68579" rtlCol="0" anchor="ctr" anchorCtr="0"/>
          <a:lstStyle/>
          <a:p>
            <a:pPr marL="171450" indent="-171450">
              <a:buFontTx/>
              <a:buNone/>
            </a:pPr>
            <a:r>
              <a:rPr b="0" i="0" u="none"/>
              <a:t>{{Tasks_InProgress}}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9E74640-02F0-039C-791B-08DEBC3A6827}"/>
              </a:ext>
            </a:extLst>
          </p:cNvPr>
          <p:cNvSpPr/>
          <p:nvPr/>
        </p:nvSpPr>
        <p:spPr>
          <a:xfrm>
            <a:off x="4378036" y="5531980"/>
            <a:ext cx="4038780" cy="177575"/>
          </a:xfrm>
          <a:prstGeom prst="rect">
            <a:avLst/>
          </a:prstGeom>
          <a:solidFill>
            <a:srgbClr val="7F6000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68577" rIns="0" bIns="68577" rtlCol="0" anchor="ctr" anchorCtr="0"/>
          <a:lstStyle/>
          <a:p>
            <a:pPr marL="0" marR="0" lvl="0" indent="0" algn="ctr" defTabSz="68568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kern="0" dirty="0">
                <a:solidFill>
                  <a:prstClr val="white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 </a:t>
            </a:r>
            <a:r>
              <a:rPr lang="fr-FR" sz="1100" b="1" kern="0" dirty="0" err="1">
                <a:solidFill>
                  <a:prstClr val="white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progress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941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438" row="7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CFADAB-A495-4E47-8A98-A8E8A57E1D0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70ff3d2-4244-4c73-aa06-12f739d847e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CA94DC2-BAF0-4C82-B0E7-F74339D7FCCF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184</Words>
  <Application>Microsoft Office PowerPoint</Application>
  <PresentationFormat>Widescreen</PresentationFormat>
  <Paragraphs>70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Thème Office</vt:lpstr>
      <vt:lpstr>PowerPoint Presentation</vt:lpstr>
    </vt:vector>
  </TitlesOfParts>
  <Company>Ocp Office 365 Monthly LAN Copilot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Auteur</dc:creator>
  <cp:lastModifiedBy>Ismail Moussaoui</cp:lastModifiedBy>
  <cp:revision>40</cp:revision>
  <dcterms:created xsi:type="dcterms:W3CDTF">2026-04-23T11:24:46Z</dcterms:created>
  <dcterms:modified xsi:type="dcterms:W3CDTF">2026-04-25T20:17:16Z</dcterms:modified>
</cp:coreProperties>
</file>